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51"/>
  </p:notesMasterIdLst>
  <p:sldIdLst>
    <p:sldId id="2147469691" r:id="rId5"/>
    <p:sldId id="2147470054" r:id="rId6"/>
    <p:sldId id="2147470055" r:id="rId7"/>
    <p:sldId id="2147470020" r:id="rId8"/>
    <p:sldId id="277" r:id="rId9"/>
    <p:sldId id="2147470021" r:id="rId10"/>
    <p:sldId id="2147470036" r:id="rId11"/>
    <p:sldId id="2147470037" r:id="rId12"/>
    <p:sldId id="2147470038" r:id="rId13"/>
    <p:sldId id="2147470039" r:id="rId14"/>
    <p:sldId id="284" r:id="rId15"/>
    <p:sldId id="286" r:id="rId16"/>
    <p:sldId id="2147470042" r:id="rId17"/>
    <p:sldId id="291" r:id="rId18"/>
    <p:sldId id="292" r:id="rId19"/>
    <p:sldId id="293" r:id="rId20"/>
    <p:sldId id="2147470043" r:id="rId21"/>
    <p:sldId id="2147470044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2147470051" r:id="rId30"/>
    <p:sldId id="2147470056" r:id="rId31"/>
    <p:sldId id="2147469974" r:id="rId32"/>
    <p:sldId id="2147470053" r:id="rId33"/>
    <p:sldId id="2147470045" r:id="rId34"/>
    <p:sldId id="2147470028" r:id="rId35"/>
    <p:sldId id="269" r:id="rId36"/>
    <p:sldId id="2147470029" r:id="rId37"/>
    <p:sldId id="310" r:id="rId38"/>
    <p:sldId id="311" r:id="rId39"/>
    <p:sldId id="2147470032" r:id="rId40"/>
    <p:sldId id="305" r:id="rId41"/>
    <p:sldId id="2147470046" r:id="rId42"/>
    <p:sldId id="2147470030" r:id="rId43"/>
    <p:sldId id="2147470052" r:id="rId44"/>
    <p:sldId id="280" r:id="rId45"/>
    <p:sldId id="2147470047" r:id="rId46"/>
    <p:sldId id="2147470031" r:id="rId47"/>
    <p:sldId id="2147470048" r:id="rId48"/>
    <p:sldId id="2147470049" r:id="rId49"/>
    <p:sldId id="214747005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1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61DF0-3D55-4564-A0E9-C423EE942F71}" v="218" dt="2026-04-22T02:49:56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79" autoAdjust="0"/>
    <p:restoredTop sz="94660"/>
  </p:normalViewPr>
  <p:slideViewPr>
    <p:cSldViewPr snapToGrid="0">
      <p:cViewPr varScale="1">
        <p:scale>
          <a:sx n="56" d="100"/>
          <a:sy n="56" d="100"/>
        </p:scale>
        <p:origin x="9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reerama KV Murthy" userId="c07a8c12-9816-454b-ae0c-474f9b3ddf49" providerId="ADAL" clId="{6A90A219-3642-40D9-9793-E73C2988F07F}"/>
    <pc:docChg chg="undo custSel addSld delSld modSld">
      <pc:chgData name="Dr. Sreerama KV Murthy" userId="c07a8c12-9816-454b-ae0c-474f9b3ddf49" providerId="ADAL" clId="{6A90A219-3642-40D9-9793-E73C2988F07F}" dt="2026-04-22T02:50:00.847" v="2555"/>
      <pc:docMkLst>
        <pc:docMk/>
      </pc:docMkLst>
      <pc:sldChg chg="modSp mod">
        <pc:chgData name="Dr. Sreerama KV Murthy" userId="c07a8c12-9816-454b-ae0c-474f9b3ddf49" providerId="ADAL" clId="{6A90A219-3642-40D9-9793-E73C2988F07F}" dt="2026-04-21T11:51:07.429" v="403" actId="113"/>
        <pc:sldMkLst>
          <pc:docMk/>
          <pc:sldMk cId="2366804967" sldId="269"/>
        </pc:sldMkLst>
        <pc:spChg chg="mod">
          <ac:chgData name="Dr. Sreerama KV Murthy" userId="c07a8c12-9816-454b-ae0c-474f9b3ddf49" providerId="ADAL" clId="{6A90A219-3642-40D9-9793-E73C2988F07F}" dt="2026-04-21T11:51:07.429" v="403" actId="113"/>
          <ac:spMkLst>
            <pc:docMk/>
            <pc:sldMk cId="2366804967" sldId="269"/>
            <ac:spMk id="2" creationId="{8823DA89-052C-04D2-2263-0DA930D1DB3E}"/>
          </ac:spMkLst>
        </pc:spChg>
      </pc:sldChg>
      <pc:sldChg chg="modSp mod modAnim">
        <pc:chgData name="Dr. Sreerama KV Murthy" userId="c07a8c12-9816-454b-ae0c-474f9b3ddf49" providerId="ADAL" clId="{6A90A219-3642-40D9-9793-E73C2988F07F}" dt="2026-04-21T11:37:29.017" v="159" actId="403"/>
        <pc:sldMkLst>
          <pc:docMk/>
          <pc:sldMk cId="0" sldId="277"/>
        </pc:sldMkLst>
        <pc:spChg chg="mod">
          <ac:chgData name="Dr. Sreerama KV Murthy" userId="c07a8c12-9816-454b-ae0c-474f9b3ddf49" providerId="ADAL" clId="{6A90A219-3642-40D9-9793-E73C2988F07F}" dt="2026-04-21T11:37:29.017" v="159" actId="403"/>
          <ac:spMkLst>
            <pc:docMk/>
            <pc:sldMk cId="0" sldId="277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37:23.770" v="156" actId="403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44:40.910" v="310" actId="1076"/>
        <pc:sldMkLst>
          <pc:docMk/>
          <pc:sldMk cId="0" sldId="284"/>
        </pc:sldMkLst>
        <pc:spChg chg="mod">
          <ac:chgData name="Dr. Sreerama KV Murthy" userId="c07a8c12-9816-454b-ae0c-474f9b3ddf49" providerId="ADAL" clId="{6A90A219-3642-40D9-9793-E73C2988F07F}" dt="2026-04-21T11:44:20.516" v="300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4:40.910" v="310" actId="1076"/>
          <ac:spMkLst>
            <pc:docMk/>
            <pc:sldMk cId="0" sldId="284"/>
            <ac:spMk id="3" creationId="{00000000-0000-0000-0000-000000000000}"/>
          </ac:spMkLst>
        </pc:spChg>
      </pc:sldChg>
      <pc:sldChg chg="del">
        <pc:chgData name="Dr. Sreerama KV Murthy" userId="c07a8c12-9816-454b-ae0c-474f9b3ddf49" providerId="ADAL" clId="{6A90A219-3642-40D9-9793-E73C2988F07F}" dt="2026-04-21T11:44:54.728" v="311" actId="47"/>
        <pc:sldMkLst>
          <pc:docMk/>
          <pc:sldMk cId="0" sldId="285"/>
        </pc:sldMkLst>
      </pc:sldChg>
      <pc:sldChg chg="modSp mod">
        <pc:chgData name="Dr. Sreerama KV Murthy" userId="c07a8c12-9816-454b-ae0c-474f9b3ddf49" providerId="ADAL" clId="{6A90A219-3642-40D9-9793-E73C2988F07F}" dt="2026-04-21T11:45:07.365" v="312" actId="1076"/>
        <pc:sldMkLst>
          <pc:docMk/>
          <pc:sldMk cId="0" sldId="286"/>
        </pc:sldMkLst>
        <pc:spChg chg="mod">
          <ac:chgData name="Dr. Sreerama KV Murthy" userId="c07a8c12-9816-454b-ae0c-474f9b3ddf49" providerId="ADAL" clId="{6A90A219-3642-40D9-9793-E73C2988F07F}" dt="2026-04-21T11:45:07.365" v="312" actId="1076"/>
          <ac:spMkLst>
            <pc:docMk/>
            <pc:sldMk cId="0" sldId="286"/>
            <ac:spMk id="8" creationId="{00000000-0000-0000-0000-000000000000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46:55.886" v="362" actId="1076"/>
        <pc:sldMkLst>
          <pc:docMk/>
          <pc:sldMk cId="0" sldId="291"/>
        </pc:sldMkLst>
        <pc:spChg chg="mod">
          <ac:chgData name="Dr. Sreerama KV Murthy" userId="c07a8c12-9816-454b-ae0c-474f9b3ddf49" providerId="ADAL" clId="{6A90A219-3642-40D9-9793-E73C2988F07F}" dt="2026-04-21T11:46:36.533" v="357" actId="179"/>
          <ac:spMkLst>
            <pc:docMk/>
            <pc:sldMk cId="0" sldId="291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6:55.886" v="362" actId="1076"/>
          <ac:spMkLst>
            <pc:docMk/>
            <pc:sldMk cId="0" sldId="291"/>
            <ac:spMk id="4" creationId="{00000000-0000-0000-0000-000000000000}"/>
          </ac:spMkLst>
        </pc:spChg>
      </pc:sldChg>
      <pc:sldChg chg="modSp mod addAnim delAnim modAnim">
        <pc:chgData name="Dr. Sreerama KV Murthy" userId="c07a8c12-9816-454b-ae0c-474f9b3ddf49" providerId="ADAL" clId="{6A90A219-3642-40D9-9793-E73C2988F07F}" dt="2026-04-21T11:47:46.829" v="374"/>
        <pc:sldMkLst>
          <pc:docMk/>
          <pc:sldMk cId="0" sldId="292"/>
        </pc:sldMkLst>
        <pc:spChg chg="mod">
          <ac:chgData name="Dr. Sreerama KV Murthy" userId="c07a8c12-9816-454b-ae0c-474f9b3ddf49" providerId="ADAL" clId="{6A90A219-3642-40D9-9793-E73C2988F07F}" dt="2026-04-21T11:47:10.533" v="363" actId="1076"/>
          <ac:spMkLst>
            <pc:docMk/>
            <pc:sldMk cId="0" sldId="292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7:39.510" v="372" actId="12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48:45.384" v="379" actId="403"/>
        <pc:sldMkLst>
          <pc:docMk/>
          <pc:sldMk cId="0" sldId="298"/>
        </pc:sldMkLst>
        <pc:spChg chg="mod">
          <ac:chgData name="Dr. Sreerama KV Murthy" userId="c07a8c12-9816-454b-ae0c-474f9b3ddf49" providerId="ADAL" clId="{6A90A219-3642-40D9-9793-E73C2988F07F}" dt="2026-04-21T11:48:45.384" v="379" actId="403"/>
          <ac:spMkLst>
            <pc:docMk/>
            <pc:sldMk cId="0" sldId="298"/>
            <ac:spMk id="3" creationId="{00000000-0000-0000-0000-000000000000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49:05.764" v="381" actId="1076"/>
        <pc:sldMkLst>
          <pc:docMk/>
          <pc:sldMk cId="0" sldId="299"/>
        </pc:sldMkLst>
        <pc:spChg chg="mod">
          <ac:chgData name="Dr. Sreerama KV Murthy" userId="c07a8c12-9816-454b-ae0c-474f9b3ddf49" providerId="ADAL" clId="{6A90A219-3642-40D9-9793-E73C2988F07F}" dt="2026-04-21T11:48:58.638" v="380" actId="403"/>
          <ac:spMkLst>
            <pc:docMk/>
            <pc:sldMk cId="0" sldId="299"/>
            <ac:spMk id="3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9:05.764" v="381" actId="1076"/>
          <ac:spMkLst>
            <pc:docMk/>
            <pc:sldMk cId="0" sldId="299"/>
            <ac:spMk id="4" creationId="{00000000-0000-0000-0000-000000000000}"/>
          </ac:spMkLst>
        </pc:spChg>
      </pc:sldChg>
      <pc:sldChg chg="modSp mod addAnim delAnim modAnim">
        <pc:chgData name="Dr. Sreerama KV Murthy" userId="c07a8c12-9816-454b-ae0c-474f9b3ddf49" providerId="ADAL" clId="{6A90A219-3642-40D9-9793-E73C2988F07F}" dt="2026-04-21T11:50:02.026" v="385"/>
        <pc:sldMkLst>
          <pc:docMk/>
          <pc:sldMk cId="0" sldId="302"/>
        </pc:sldMkLst>
        <pc:spChg chg="mod">
          <ac:chgData name="Dr. Sreerama KV Murthy" userId="c07a8c12-9816-454b-ae0c-474f9b3ddf49" providerId="ADAL" clId="{6A90A219-3642-40D9-9793-E73C2988F07F}" dt="2026-04-21T11:49:34.938" v="383" actId="403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54:06.542" v="457" actId="179"/>
        <pc:sldMkLst>
          <pc:docMk/>
          <pc:sldMk cId="3712632956" sldId="305"/>
        </pc:sldMkLst>
        <pc:spChg chg="mod">
          <ac:chgData name="Dr. Sreerama KV Murthy" userId="c07a8c12-9816-454b-ae0c-474f9b3ddf49" providerId="ADAL" clId="{6A90A219-3642-40D9-9793-E73C2988F07F}" dt="2026-04-21T11:54:06.542" v="457" actId="179"/>
          <ac:spMkLst>
            <pc:docMk/>
            <pc:sldMk cId="3712632956" sldId="305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53:51.849" v="454" actId="403"/>
          <ac:spMkLst>
            <pc:docMk/>
            <pc:sldMk cId="3712632956" sldId="305"/>
            <ac:spMk id="3" creationId="{00000000-0000-0000-0000-000000000000}"/>
          </ac:spMkLst>
        </pc:spChg>
        <pc:picChg chg="mod">
          <ac:chgData name="Dr. Sreerama KV Murthy" userId="c07a8c12-9816-454b-ae0c-474f9b3ddf49" providerId="ADAL" clId="{6A90A219-3642-40D9-9793-E73C2988F07F}" dt="2026-04-21T11:54:00.054" v="456" actId="14100"/>
          <ac:picMkLst>
            <pc:docMk/>
            <pc:sldMk cId="3712632956" sldId="305"/>
            <ac:picMk id="4" creationId="{00000000-0000-0000-0000-000000000000}"/>
          </ac:picMkLst>
        </pc:picChg>
      </pc:sldChg>
      <pc:sldChg chg="modSp mod">
        <pc:chgData name="Dr. Sreerama KV Murthy" userId="c07a8c12-9816-454b-ae0c-474f9b3ddf49" providerId="ADAL" clId="{6A90A219-3642-40D9-9793-E73C2988F07F}" dt="2026-04-21T11:52:03.428" v="418" actId="403"/>
        <pc:sldMkLst>
          <pc:docMk/>
          <pc:sldMk cId="3981594848" sldId="310"/>
        </pc:sldMkLst>
        <pc:spChg chg="mod">
          <ac:chgData name="Dr. Sreerama KV Murthy" userId="c07a8c12-9816-454b-ae0c-474f9b3ddf49" providerId="ADAL" clId="{6A90A219-3642-40D9-9793-E73C2988F07F}" dt="2026-04-21T11:51:53.040" v="414" actId="1076"/>
          <ac:spMkLst>
            <pc:docMk/>
            <pc:sldMk cId="3981594848" sldId="310"/>
            <ac:spMk id="3" creationId="{00000000-0000-0000-0000-000000000000}"/>
          </ac:spMkLst>
        </pc:spChg>
        <pc:graphicFrameChg chg="mod modGraphic">
          <ac:chgData name="Dr. Sreerama KV Murthy" userId="c07a8c12-9816-454b-ae0c-474f9b3ddf49" providerId="ADAL" clId="{6A90A219-3642-40D9-9793-E73C2988F07F}" dt="2026-04-21T11:52:03.428" v="418" actId="403"/>
          <ac:graphicFrameMkLst>
            <pc:docMk/>
            <pc:sldMk cId="3981594848" sldId="310"/>
            <ac:graphicFrameMk id="4" creationId="{00000000-0000-0000-0000-000000000000}"/>
          </ac:graphicFrameMkLst>
        </pc:graphicFrameChg>
      </pc:sldChg>
      <pc:sldChg chg="modSp mod">
        <pc:chgData name="Dr. Sreerama KV Murthy" userId="c07a8c12-9816-454b-ae0c-474f9b3ddf49" providerId="ADAL" clId="{6A90A219-3642-40D9-9793-E73C2988F07F}" dt="2026-04-21T12:23:53.456" v="1208" actId="20577"/>
        <pc:sldMkLst>
          <pc:docMk/>
          <pc:sldMk cId="2459873388" sldId="311"/>
        </pc:sldMkLst>
        <pc:spChg chg="mod">
          <ac:chgData name="Dr. Sreerama KV Murthy" userId="c07a8c12-9816-454b-ae0c-474f9b3ddf49" providerId="ADAL" clId="{6A90A219-3642-40D9-9793-E73C2988F07F}" dt="2026-04-21T12:23:53.456" v="1208" actId="20577"/>
          <ac:spMkLst>
            <pc:docMk/>
            <pc:sldMk cId="2459873388" sldId="311"/>
            <ac:spMk id="3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52:50.810" v="440" actId="12"/>
          <ac:spMkLst>
            <pc:docMk/>
            <pc:sldMk cId="2459873388" sldId="311"/>
            <ac:spMk id="4" creationId="{00000000-0000-0000-0000-000000000000}"/>
          </ac:spMkLst>
        </pc:spChg>
      </pc:sldChg>
      <pc:sldChg chg="delSp modSp del mod">
        <pc:chgData name="Dr. Sreerama KV Murthy" userId="c07a8c12-9816-454b-ae0c-474f9b3ddf49" providerId="ADAL" clId="{6A90A219-3642-40D9-9793-E73C2988F07F}" dt="2026-04-21T12:11:39.578" v="845" actId="47"/>
        <pc:sldMkLst>
          <pc:docMk/>
          <pc:sldMk cId="1403409973" sldId="312"/>
        </pc:sldMkLst>
        <pc:spChg chg="mod">
          <ac:chgData name="Dr. Sreerama KV Murthy" userId="c07a8c12-9816-454b-ae0c-474f9b3ddf49" providerId="ADAL" clId="{6A90A219-3642-40D9-9793-E73C2988F07F}" dt="2026-04-21T11:56:06.116" v="488" actId="1076"/>
          <ac:spMkLst>
            <pc:docMk/>
            <pc:sldMk cId="1403409973" sldId="312"/>
            <ac:spMk id="3" creationId="{00000000-0000-0000-0000-000000000000}"/>
          </ac:spMkLst>
        </pc:spChg>
        <pc:spChg chg="del mod">
          <ac:chgData name="Dr. Sreerama KV Murthy" userId="c07a8c12-9816-454b-ae0c-474f9b3ddf49" providerId="ADAL" clId="{6A90A219-3642-40D9-9793-E73C2988F07F}" dt="2026-04-21T12:11:19.389" v="840" actId="21"/>
          <ac:spMkLst>
            <pc:docMk/>
            <pc:sldMk cId="1403409973" sldId="312"/>
            <ac:spMk id="4" creationId="{00000000-0000-0000-0000-000000000000}"/>
          </ac:spMkLst>
        </pc:spChg>
      </pc:sldChg>
      <pc:sldChg chg="addSp delSp modSp mod">
        <pc:chgData name="Dr. Sreerama KV Murthy" userId="c07a8c12-9816-454b-ae0c-474f9b3ddf49" providerId="ADAL" clId="{6A90A219-3642-40D9-9793-E73C2988F07F}" dt="2026-04-22T02:49:29.855" v="2553" actId="403"/>
        <pc:sldMkLst>
          <pc:docMk/>
          <pc:sldMk cId="0" sldId="2147469691"/>
        </pc:sldMkLst>
        <pc:spChg chg="del mod">
          <ac:chgData name="Dr. Sreerama KV Murthy" userId="c07a8c12-9816-454b-ae0c-474f9b3ddf49" providerId="ADAL" clId="{6A90A219-3642-40D9-9793-E73C2988F07F}" dt="2026-04-22T02:48:12.174" v="2369" actId="478"/>
          <ac:spMkLst>
            <pc:docMk/>
            <pc:sldMk cId="0" sldId="2147469691"/>
            <ac:spMk id="2" creationId="{8E12B4E2-3CD9-B42A-D082-313D5719C57A}"/>
          </ac:spMkLst>
        </pc:spChg>
        <pc:spChg chg="add del mod">
          <ac:chgData name="Dr. Sreerama KV Murthy" userId="c07a8c12-9816-454b-ae0c-474f9b3ddf49" providerId="ADAL" clId="{6A90A219-3642-40D9-9793-E73C2988F07F}" dt="2026-04-21T11:29:07.685" v="1" actId="478"/>
          <ac:spMkLst>
            <pc:docMk/>
            <pc:sldMk cId="0" sldId="2147469691"/>
            <ac:spMk id="4" creationId="{CA2EC945-6146-FEEF-8724-F2ED6965E4D8}"/>
          </ac:spMkLst>
        </pc:spChg>
        <pc:spChg chg="add mod">
          <ac:chgData name="Dr. Sreerama KV Murthy" userId="c07a8c12-9816-454b-ae0c-474f9b3ddf49" providerId="ADAL" clId="{6A90A219-3642-40D9-9793-E73C2988F07F}" dt="2026-04-22T02:49:29.855" v="2553" actId="403"/>
          <ac:spMkLst>
            <pc:docMk/>
            <pc:sldMk cId="0" sldId="2147469691"/>
            <ac:spMk id="6" creationId="{D7406991-4299-E3DE-5DC7-50DDA730C15F}"/>
          </ac:spMkLst>
        </pc:spChg>
        <pc:spChg chg="mod">
          <ac:chgData name="Dr. Sreerama KV Murthy" userId="c07a8c12-9816-454b-ae0c-474f9b3ddf49" providerId="ADAL" clId="{6A90A219-3642-40D9-9793-E73C2988F07F}" dt="2026-04-22T02:49:21.898" v="2550" actId="27636"/>
          <ac:spMkLst>
            <pc:docMk/>
            <pc:sldMk cId="0" sldId="2147469691"/>
            <ac:spMk id="117" creationId="{00000000-0000-0000-0000-000000000000}"/>
          </ac:spMkLst>
        </pc:spChg>
        <pc:spChg chg="del">
          <ac:chgData name="Dr. Sreerama KV Murthy" userId="c07a8c12-9816-454b-ae0c-474f9b3ddf49" providerId="ADAL" clId="{6A90A219-3642-40D9-9793-E73C2988F07F}" dt="2026-04-21T11:29:03.163" v="0" actId="478"/>
          <ac:spMkLst>
            <pc:docMk/>
            <pc:sldMk cId="0" sldId="2147469691"/>
            <ac:spMk id="118" creationId="{00000000-0000-0000-0000-000000000000}"/>
          </ac:spMkLst>
        </pc:spChg>
      </pc:sldChg>
      <pc:sldChg chg="del">
        <pc:chgData name="Dr. Sreerama KV Murthy" userId="c07a8c12-9816-454b-ae0c-474f9b3ddf49" providerId="ADAL" clId="{6A90A219-3642-40D9-9793-E73C2988F07F}" dt="2026-04-21T11:30:18.931" v="82" actId="47"/>
        <pc:sldMkLst>
          <pc:docMk/>
          <pc:sldMk cId="0" sldId="2147469859"/>
        </pc:sldMkLst>
      </pc:sldChg>
      <pc:sldChg chg="add del">
        <pc:chgData name="Dr. Sreerama KV Murthy" userId="c07a8c12-9816-454b-ae0c-474f9b3ddf49" providerId="ADAL" clId="{6A90A219-3642-40D9-9793-E73C2988F07F}" dt="2026-04-21T11:31:06.224" v="93" actId="47"/>
        <pc:sldMkLst>
          <pc:docMk/>
          <pc:sldMk cId="824946910" sldId="2147469973"/>
        </pc:sldMkLst>
      </pc:sldChg>
      <pc:sldChg chg="addSp modSp del mod">
        <pc:chgData name="Dr. Sreerama KV Murthy" userId="c07a8c12-9816-454b-ae0c-474f9b3ddf49" providerId="ADAL" clId="{6A90A219-3642-40D9-9793-E73C2988F07F}" dt="2026-04-22T02:44:35.319" v="2281" actId="2696"/>
        <pc:sldMkLst>
          <pc:docMk/>
          <pc:sldMk cId="2756748077" sldId="2147469974"/>
        </pc:sldMkLst>
        <pc:spChg chg="mod">
          <ac:chgData name="Dr. Sreerama KV Murthy" userId="c07a8c12-9816-454b-ae0c-474f9b3ddf49" providerId="ADAL" clId="{6A90A219-3642-40D9-9793-E73C2988F07F}" dt="2026-04-21T11:32:34.169" v="98" actId="113"/>
          <ac:spMkLst>
            <pc:docMk/>
            <pc:sldMk cId="2756748077" sldId="2147469974"/>
            <ac:spMk id="2" creationId="{48C9CFE4-D8BC-6DE7-13B0-C003EE763FB9}"/>
          </ac:spMkLst>
        </pc:spChg>
        <pc:spChg chg="add mod">
          <ac:chgData name="Dr. Sreerama KV Murthy" userId="c07a8c12-9816-454b-ae0c-474f9b3ddf49" providerId="ADAL" clId="{6A90A219-3642-40D9-9793-E73C2988F07F}" dt="2026-04-21T11:31:03.441" v="92" actId="122"/>
          <ac:spMkLst>
            <pc:docMk/>
            <pc:sldMk cId="2756748077" sldId="2147469974"/>
            <ac:spMk id="4" creationId="{282913AE-D3E8-6316-F282-FFCF1CD06CB9}"/>
          </ac:spMkLst>
        </pc:spChg>
      </pc:sldChg>
      <pc:sldChg chg="add">
        <pc:chgData name="Dr. Sreerama KV Murthy" userId="c07a8c12-9816-454b-ae0c-474f9b3ddf49" providerId="ADAL" clId="{6A90A219-3642-40D9-9793-E73C2988F07F}" dt="2026-04-22T02:46:05.902" v="2282"/>
        <pc:sldMkLst>
          <pc:docMk/>
          <pc:sldMk cId="3628984556" sldId="2147469974"/>
        </pc:sldMkLst>
      </pc:sldChg>
      <pc:sldChg chg="modSp del mod">
        <pc:chgData name="Dr. Sreerama KV Murthy" userId="c07a8c12-9816-454b-ae0c-474f9b3ddf49" providerId="ADAL" clId="{6A90A219-3642-40D9-9793-E73C2988F07F}" dt="2026-04-21T11:33:53.886" v="113" actId="47"/>
        <pc:sldMkLst>
          <pc:docMk/>
          <pc:sldMk cId="3020933590" sldId="2147469975"/>
        </pc:sldMkLst>
        <pc:spChg chg="mod">
          <ac:chgData name="Dr. Sreerama KV Murthy" userId="c07a8c12-9816-454b-ae0c-474f9b3ddf49" providerId="ADAL" clId="{6A90A219-3642-40D9-9793-E73C2988F07F}" dt="2026-04-21T11:33:03.916" v="110" actId="1076"/>
          <ac:spMkLst>
            <pc:docMk/>
            <pc:sldMk cId="3020933590" sldId="2147469975"/>
            <ac:spMk id="2" creationId="{A5D62B5F-00DB-2DF5-94FD-D977E2D04777}"/>
          </ac:spMkLst>
        </pc:spChg>
        <pc:spChg chg="mod">
          <ac:chgData name="Dr. Sreerama KV Murthy" userId="c07a8c12-9816-454b-ae0c-474f9b3ddf49" providerId="ADAL" clId="{6A90A219-3642-40D9-9793-E73C2988F07F}" dt="2026-04-21T11:32:49.247" v="107" actId="122"/>
          <ac:spMkLst>
            <pc:docMk/>
            <pc:sldMk cId="3020933590" sldId="2147469975"/>
            <ac:spMk id="5" creationId="{332BE810-F046-BD72-F03D-2973B6F2BF9E}"/>
          </ac:spMkLst>
        </pc:spChg>
        <pc:picChg chg="mod">
          <ac:chgData name="Dr. Sreerama KV Murthy" userId="c07a8c12-9816-454b-ae0c-474f9b3ddf49" providerId="ADAL" clId="{6A90A219-3642-40D9-9793-E73C2988F07F}" dt="2026-04-21T11:33:19.753" v="112" actId="14100"/>
          <ac:picMkLst>
            <pc:docMk/>
            <pc:sldMk cId="3020933590" sldId="2147469975"/>
            <ac:picMk id="4" creationId="{86D01E76-F97A-FD29-1BA3-5BD906E316ED}"/>
          </ac:picMkLst>
        </pc:picChg>
      </pc:sldChg>
      <pc:sldChg chg="del">
        <pc:chgData name="Dr. Sreerama KV Murthy" userId="c07a8c12-9816-454b-ae0c-474f9b3ddf49" providerId="ADAL" clId="{6A90A219-3642-40D9-9793-E73C2988F07F}" dt="2026-04-21T11:30:23.811" v="83" actId="47"/>
        <pc:sldMkLst>
          <pc:docMk/>
          <pc:sldMk cId="2521621158" sldId="2147470000"/>
        </pc:sldMkLst>
      </pc:sldChg>
      <pc:sldChg chg="del">
        <pc:chgData name="Dr. Sreerama KV Murthy" userId="c07a8c12-9816-454b-ae0c-474f9b3ddf49" providerId="ADAL" clId="{6A90A219-3642-40D9-9793-E73C2988F07F}" dt="2026-04-21T11:34:27.411" v="114" actId="47"/>
        <pc:sldMkLst>
          <pc:docMk/>
          <pc:sldMk cId="1854155503" sldId="2147470001"/>
        </pc:sldMkLst>
      </pc:sldChg>
      <pc:sldChg chg="delSp modSp mod">
        <pc:chgData name="Dr. Sreerama KV Murthy" userId="c07a8c12-9816-454b-ae0c-474f9b3ddf49" providerId="ADAL" clId="{6A90A219-3642-40D9-9793-E73C2988F07F}" dt="2026-04-21T12:23:15.099" v="1193" actId="113"/>
        <pc:sldMkLst>
          <pc:docMk/>
          <pc:sldMk cId="1353624978" sldId="2147470020"/>
        </pc:sldMkLst>
        <pc:spChg chg="mod">
          <ac:chgData name="Dr. Sreerama KV Murthy" userId="c07a8c12-9816-454b-ae0c-474f9b3ddf49" providerId="ADAL" clId="{6A90A219-3642-40D9-9793-E73C2988F07F}" dt="2026-04-21T11:34:51.224" v="125" actId="403"/>
          <ac:spMkLst>
            <pc:docMk/>
            <pc:sldMk cId="1353624978" sldId="2147470020"/>
            <ac:spMk id="4" creationId="{FBEAE7B5-2B65-9578-5CA5-8692281CEE24}"/>
          </ac:spMkLst>
        </pc:spChg>
        <pc:spChg chg="mod">
          <ac:chgData name="Dr. Sreerama KV Murthy" userId="c07a8c12-9816-454b-ae0c-474f9b3ddf49" providerId="ADAL" clId="{6A90A219-3642-40D9-9793-E73C2988F07F}" dt="2026-04-21T12:23:15.099" v="1193" actId="113"/>
          <ac:spMkLst>
            <pc:docMk/>
            <pc:sldMk cId="1353624978" sldId="2147470020"/>
            <ac:spMk id="5" creationId="{171C8113-2F8C-9FBD-F02D-137E4DEF687C}"/>
          </ac:spMkLst>
        </pc:spChg>
        <pc:picChg chg="del">
          <ac:chgData name="Dr. Sreerama KV Murthy" userId="c07a8c12-9816-454b-ae0c-474f9b3ddf49" providerId="ADAL" clId="{6A90A219-3642-40D9-9793-E73C2988F07F}" dt="2026-04-21T11:34:55.654" v="126" actId="478"/>
          <ac:picMkLst>
            <pc:docMk/>
            <pc:sldMk cId="1353624978" sldId="2147470020"/>
            <ac:picMk id="3" creationId="{4C970D83-CD99-4A35-2AF7-301E39FB03E2}"/>
          </ac:picMkLst>
        </pc:picChg>
      </pc:sldChg>
      <pc:sldChg chg="modSp mod">
        <pc:chgData name="Dr. Sreerama KV Murthy" userId="c07a8c12-9816-454b-ae0c-474f9b3ddf49" providerId="ADAL" clId="{6A90A219-3642-40D9-9793-E73C2988F07F}" dt="2026-04-21T11:38:40.391" v="184" actId="948"/>
        <pc:sldMkLst>
          <pc:docMk/>
          <pc:sldMk cId="3261758601" sldId="2147470021"/>
        </pc:sldMkLst>
        <pc:spChg chg="mod">
          <ac:chgData name="Dr. Sreerama KV Murthy" userId="c07a8c12-9816-454b-ae0c-474f9b3ddf49" providerId="ADAL" clId="{6A90A219-3642-40D9-9793-E73C2988F07F}" dt="2026-04-21T11:37:47.801" v="161" actId="1076"/>
          <ac:spMkLst>
            <pc:docMk/>
            <pc:sldMk cId="3261758601" sldId="2147470021"/>
            <ac:spMk id="4" creationId="{E320590A-8FAD-1F97-8B22-D5423C3EED09}"/>
          </ac:spMkLst>
        </pc:spChg>
        <pc:spChg chg="mod">
          <ac:chgData name="Dr. Sreerama KV Murthy" userId="c07a8c12-9816-454b-ae0c-474f9b3ddf49" providerId="ADAL" clId="{6A90A219-3642-40D9-9793-E73C2988F07F}" dt="2026-04-21T11:38:40.391" v="184" actId="948"/>
          <ac:spMkLst>
            <pc:docMk/>
            <pc:sldMk cId="3261758601" sldId="2147470021"/>
            <ac:spMk id="6" creationId="{6A9573FA-85BB-7893-76F8-68AB72734068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50:56.551" v="400" actId="27636"/>
        <pc:sldMkLst>
          <pc:docMk/>
          <pc:sldMk cId="2406034172" sldId="2147470028"/>
        </pc:sldMkLst>
        <pc:spChg chg="mod">
          <ac:chgData name="Dr. Sreerama KV Murthy" userId="c07a8c12-9816-454b-ae0c-474f9b3ddf49" providerId="ADAL" clId="{6A90A219-3642-40D9-9793-E73C2988F07F}" dt="2026-04-21T11:50:56.551" v="400" actId="27636"/>
          <ac:spMkLst>
            <pc:docMk/>
            <pc:sldMk cId="2406034172" sldId="2147470028"/>
            <ac:spMk id="2" creationId="{2164AFED-6E22-EDBB-EA1F-1DE99765A4BB}"/>
          </ac:spMkLst>
        </pc:spChg>
        <pc:spChg chg="mod">
          <ac:chgData name="Dr. Sreerama KV Murthy" userId="c07a8c12-9816-454b-ae0c-474f9b3ddf49" providerId="ADAL" clId="{6A90A219-3642-40D9-9793-E73C2988F07F}" dt="2026-04-21T11:50:31.128" v="394" actId="27636"/>
          <ac:spMkLst>
            <pc:docMk/>
            <pc:sldMk cId="2406034172" sldId="2147470028"/>
            <ac:spMk id="4" creationId="{6BCB1DA7-B85A-D2FE-248A-1FE3102229C9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51:43.798" v="413" actId="1076"/>
        <pc:sldMkLst>
          <pc:docMk/>
          <pc:sldMk cId="2110737678" sldId="2147470029"/>
        </pc:sldMkLst>
        <pc:spChg chg="mod">
          <ac:chgData name="Dr. Sreerama KV Murthy" userId="c07a8c12-9816-454b-ae0c-474f9b3ddf49" providerId="ADAL" clId="{6A90A219-3642-40D9-9793-E73C2988F07F}" dt="2026-04-21T11:51:40.510" v="412" actId="27636"/>
          <ac:spMkLst>
            <pc:docMk/>
            <pc:sldMk cId="2110737678" sldId="2147470029"/>
            <ac:spMk id="2" creationId="{0A7C06C3-0533-14CC-41F7-76E1F5CC2FDE}"/>
          </ac:spMkLst>
        </pc:spChg>
        <pc:picChg chg="mod">
          <ac:chgData name="Dr. Sreerama KV Murthy" userId="c07a8c12-9816-454b-ae0c-474f9b3ddf49" providerId="ADAL" clId="{6A90A219-3642-40D9-9793-E73C2988F07F}" dt="2026-04-21T11:51:43.798" v="413" actId="1076"/>
          <ac:picMkLst>
            <pc:docMk/>
            <pc:sldMk cId="2110737678" sldId="2147470029"/>
            <ac:picMk id="4" creationId="{17EA45AE-47E4-B099-19FB-A5CC6CEBF846}"/>
          </ac:picMkLst>
        </pc:picChg>
      </pc:sldChg>
      <pc:sldChg chg="modSp mod addAnim delAnim modAnim">
        <pc:chgData name="Dr. Sreerama KV Murthy" userId="c07a8c12-9816-454b-ae0c-474f9b3ddf49" providerId="ADAL" clId="{6A90A219-3642-40D9-9793-E73C2988F07F}" dt="2026-04-21T11:55:55.192" v="487"/>
        <pc:sldMkLst>
          <pc:docMk/>
          <pc:sldMk cId="3457242257" sldId="2147470030"/>
        </pc:sldMkLst>
        <pc:spChg chg="mod">
          <ac:chgData name="Dr. Sreerama KV Murthy" userId="c07a8c12-9816-454b-ae0c-474f9b3ddf49" providerId="ADAL" clId="{6A90A219-3642-40D9-9793-E73C2988F07F}" dt="2026-04-21T11:55:38.032" v="484" actId="14100"/>
          <ac:spMkLst>
            <pc:docMk/>
            <pc:sldMk cId="3457242257" sldId="2147470030"/>
            <ac:spMk id="3" creationId="{DF233779-2376-BFF8-2139-7CADD1175081}"/>
          </ac:spMkLst>
        </pc:spChg>
        <pc:spChg chg="mod">
          <ac:chgData name="Dr. Sreerama KV Murthy" userId="c07a8c12-9816-454b-ae0c-474f9b3ddf49" providerId="ADAL" clId="{6A90A219-3642-40D9-9793-E73C2988F07F}" dt="2026-04-21T11:55:44.752" v="486" actId="255"/>
          <ac:spMkLst>
            <pc:docMk/>
            <pc:sldMk cId="3457242257" sldId="2147470030"/>
            <ac:spMk id="4" creationId="{C323168C-2089-DF7F-BB94-6D225D31FDDF}"/>
          </ac:spMkLst>
        </pc:spChg>
      </pc:sldChg>
      <pc:sldChg chg="modSp mod">
        <pc:chgData name="Dr. Sreerama KV Murthy" userId="c07a8c12-9816-454b-ae0c-474f9b3ddf49" providerId="ADAL" clId="{6A90A219-3642-40D9-9793-E73C2988F07F}" dt="2026-04-21T12:12:18.572" v="854" actId="14100"/>
        <pc:sldMkLst>
          <pc:docMk/>
          <pc:sldMk cId="3363160075" sldId="2147470031"/>
        </pc:sldMkLst>
        <pc:spChg chg="mod">
          <ac:chgData name="Dr. Sreerama KV Murthy" userId="c07a8c12-9816-454b-ae0c-474f9b3ddf49" providerId="ADAL" clId="{6A90A219-3642-40D9-9793-E73C2988F07F}" dt="2026-04-21T12:12:06.097" v="849" actId="1076"/>
          <ac:spMkLst>
            <pc:docMk/>
            <pc:sldMk cId="3363160075" sldId="2147470031"/>
            <ac:spMk id="3" creationId="{199A995E-50CD-0A5F-5F34-BC09FC604FE9}"/>
          </ac:spMkLst>
        </pc:spChg>
        <pc:graphicFrameChg chg="mod modGraphic">
          <ac:chgData name="Dr. Sreerama KV Murthy" userId="c07a8c12-9816-454b-ae0c-474f9b3ddf49" providerId="ADAL" clId="{6A90A219-3642-40D9-9793-E73C2988F07F}" dt="2026-04-21T12:12:18.572" v="854" actId="14100"/>
          <ac:graphicFrameMkLst>
            <pc:docMk/>
            <pc:sldMk cId="3363160075" sldId="2147470031"/>
            <ac:graphicFrameMk id="4" creationId="{7C567DBE-DDE6-A981-827C-0C55958100B5}"/>
          </ac:graphicFrameMkLst>
        </pc:graphicFrameChg>
      </pc:sldChg>
      <pc:sldChg chg="modSp mod">
        <pc:chgData name="Dr. Sreerama KV Murthy" userId="c07a8c12-9816-454b-ae0c-474f9b3ddf49" providerId="ADAL" clId="{6A90A219-3642-40D9-9793-E73C2988F07F}" dt="2026-04-21T11:53:17.287" v="448" actId="404"/>
        <pc:sldMkLst>
          <pc:docMk/>
          <pc:sldMk cId="758693430" sldId="2147470032"/>
        </pc:sldMkLst>
        <pc:spChg chg="mod">
          <ac:chgData name="Dr. Sreerama KV Murthy" userId="c07a8c12-9816-454b-ae0c-474f9b3ddf49" providerId="ADAL" clId="{6A90A219-3642-40D9-9793-E73C2988F07F}" dt="2026-04-21T11:53:03.556" v="441" actId="1076"/>
          <ac:spMkLst>
            <pc:docMk/>
            <pc:sldMk cId="758693430" sldId="2147470032"/>
            <ac:spMk id="2" creationId="{22A0D393-7458-CDED-9214-6AC234B0E0F3}"/>
          </ac:spMkLst>
        </pc:spChg>
        <pc:spChg chg="mod">
          <ac:chgData name="Dr. Sreerama KV Murthy" userId="c07a8c12-9816-454b-ae0c-474f9b3ddf49" providerId="ADAL" clId="{6A90A219-3642-40D9-9793-E73C2988F07F}" dt="2026-04-21T11:53:17.287" v="448" actId="404"/>
          <ac:spMkLst>
            <pc:docMk/>
            <pc:sldMk cId="758693430" sldId="2147470032"/>
            <ac:spMk id="4" creationId="{66959591-30CF-4B24-FBB5-64C31DF1DF69}"/>
          </ac:spMkLst>
        </pc:spChg>
      </pc:sldChg>
      <pc:sldChg chg="modSp mod">
        <pc:chgData name="Dr. Sreerama KV Murthy" userId="c07a8c12-9816-454b-ae0c-474f9b3ddf49" providerId="ADAL" clId="{6A90A219-3642-40D9-9793-E73C2988F07F}" dt="2026-04-21T11:40:37.722" v="208" actId="1035"/>
        <pc:sldMkLst>
          <pc:docMk/>
          <pc:sldMk cId="2851816739" sldId="2147470036"/>
        </pc:sldMkLst>
        <pc:spChg chg="mod">
          <ac:chgData name="Dr. Sreerama KV Murthy" userId="c07a8c12-9816-454b-ae0c-474f9b3ddf49" providerId="ADAL" clId="{6A90A219-3642-40D9-9793-E73C2988F07F}" dt="2026-04-21T11:40:14.940" v="199" actId="403"/>
          <ac:spMkLst>
            <pc:docMk/>
            <pc:sldMk cId="2851816739" sldId="2147470036"/>
            <ac:spMk id="4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0:14.940" v="199" actId="403"/>
          <ac:spMkLst>
            <pc:docMk/>
            <pc:sldMk cId="2851816739" sldId="2147470036"/>
            <ac:spMk id="5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0:28.868" v="204" actId="403"/>
          <ac:spMkLst>
            <pc:docMk/>
            <pc:sldMk cId="2851816739" sldId="2147470036"/>
            <ac:spMk id="6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0:05.511" v="194" actId="1076"/>
          <ac:spMkLst>
            <pc:docMk/>
            <pc:sldMk cId="2851816739" sldId="2147470036"/>
            <ac:spMk id="7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0:34.598" v="205" actId="1076"/>
          <ac:spMkLst>
            <pc:docMk/>
            <pc:sldMk cId="2851816739" sldId="2147470036"/>
            <ac:spMk id="9" creationId="{00000000-0000-0000-0000-000000000000}"/>
          </ac:spMkLst>
        </pc:spChg>
        <pc:grpChg chg="mod">
          <ac:chgData name="Dr. Sreerama KV Murthy" userId="c07a8c12-9816-454b-ae0c-474f9b3ddf49" providerId="ADAL" clId="{6A90A219-3642-40D9-9793-E73C2988F07F}" dt="2026-04-21T11:40:37.722" v="208" actId="1035"/>
          <ac:grpSpMkLst>
            <pc:docMk/>
            <pc:sldMk cId="2851816739" sldId="2147470036"/>
            <ac:grpSpMk id="3" creationId="{00000000-0000-0000-0000-000000000000}"/>
          </ac:grpSpMkLst>
        </pc:grpChg>
      </pc:sldChg>
      <pc:sldChg chg="modSp mod">
        <pc:chgData name="Dr. Sreerama KV Murthy" userId="c07a8c12-9816-454b-ae0c-474f9b3ddf49" providerId="ADAL" clId="{6A90A219-3642-40D9-9793-E73C2988F07F}" dt="2026-04-21T11:41:14.612" v="229" actId="404"/>
        <pc:sldMkLst>
          <pc:docMk/>
          <pc:sldMk cId="2600488952" sldId="2147470037"/>
        </pc:sldMkLst>
        <pc:spChg chg="mod">
          <ac:chgData name="Dr. Sreerama KV Murthy" userId="c07a8c12-9816-454b-ae0c-474f9b3ddf49" providerId="ADAL" clId="{6A90A219-3642-40D9-9793-E73C2988F07F}" dt="2026-04-21T11:40:50.240" v="224" actId="20577"/>
          <ac:spMkLst>
            <pc:docMk/>
            <pc:sldMk cId="2600488952" sldId="2147470037"/>
            <ac:spMk id="2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1:14.612" v="229" actId="404"/>
          <ac:spMkLst>
            <pc:docMk/>
            <pc:sldMk cId="2600488952" sldId="2147470037"/>
            <ac:spMk id="8" creationId="{00000000-0000-0000-0000-000000000000}"/>
          </ac:spMkLst>
        </pc:spChg>
      </pc:sldChg>
      <pc:sldChg chg="addSp delSp modSp mod">
        <pc:chgData name="Dr. Sreerama KV Murthy" userId="c07a8c12-9816-454b-ae0c-474f9b3ddf49" providerId="ADAL" clId="{6A90A219-3642-40D9-9793-E73C2988F07F}" dt="2026-04-21T11:43:52.683" v="297" actId="20577"/>
        <pc:sldMkLst>
          <pc:docMk/>
          <pc:sldMk cId="141336783" sldId="2147470038"/>
        </pc:sldMkLst>
        <pc:spChg chg="del">
          <ac:chgData name="Dr. Sreerama KV Murthy" userId="c07a8c12-9816-454b-ae0c-474f9b3ddf49" providerId="ADAL" clId="{6A90A219-3642-40D9-9793-E73C2988F07F}" dt="2026-04-21T11:43:39.856" v="278" actId="478"/>
          <ac:spMkLst>
            <pc:docMk/>
            <pc:sldMk cId="141336783" sldId="2147470038"/>
            <ac:spMk id="6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1:36.720" v="233" actId="14100"/>
          <ac:spMkLst>
            <pc:docMk/>
            <pc:sldMk cId="141336783" sldId="2147470038"/>
            <ac:spMk id="8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3:30.054" v="277" actId="164"/>
          <ac:spMkLst>
            <pc:docMk/>
            <pc:sldMk cId="141336783" sldId="2147470038"/>
            <ac:spMk id="12" creationId="{00000000-0000-0000-0000-000000000000}"/>
          </ac:spMkLst>
        </pc:spChg>
        <pc:spChg chg="add mod">
          <ac:chgData name="Dr. Sreerama KV Murthy" userId="c07a8c12-9816-454b-ae0c-474f9b3ddf49" providerId="ADAL" clId="{6A90A219-3642-40D9-9793-E73C2988F07F}" dt="2026-04-21T11:43:52.683" v="297" actId="20577"/>
          <ac:spMkLst>
            <pc:docMk/>
            <pc:sldMk cId="141336783" sldId="2147470038"/>
            <ac:spMk id="21" creationId="{19381560-3EDC-FCB8-1343-6E68197419A3}"/>
          </ac:spMkLst>
        </pc:spChg>
        <pc:grpChg chg="mod">
          <ac:chgData name="Dr. Sreerama KV Murthy" userId="c07a8c12-9816-454b-ae0c-474f9b3ddf49" providerId="ADAL" clId="{6A90A219-3642-40D9-9793-E73C2988F07F}" dt="2026-04-21T11:43:30.054" v="277" actId="164"/>
          <ac:grpSpMkLst>
            <pc:docMk/>
            <pc:sldMk cId="141336783" sldId="2147470038"/>
            <ac:grpSpMk id="9" creationId="{00000000-0000-0000-0000-000000000000}"/>
          </ac:grpSpMkLst>
        </pc:grpChg>
        <pc:grpChg chg="add mod">
          <ac:chgData name="Dr. Sreerama KV Murthy" userId="c07a8c12-9816-454b-ae0c-474f9b3ddf49" providerId="ADAL" clId="{6A90A219-3642-40D9-9793-E73C2988F07F}" dt="2026-04-21T11:43:30.054" v="277" actId="164"/>
          <ac:grpSpMkLst>
            <pc:docMk/>
            <pc:sldMk cId="141336783" sldId="2147470038"/>
            <ac:grpSpMk id="20" creationId="{B9111C72-40C8-97B8-4F6F-FFC945198A84}"/>
          </ac:grpSpMkLst>
        </pc:grpChg>
      </pc:sldChg>
      <pc:sldChg chg="modSp mod">
        <pc:chgData name="Dr. Sreerama KV Murthy" userId="c07a8c12-9816-454b-ae0c-474f9b3ddf49" providerId="ADAL" clId="{6A90A219-3642-40D9-9793-E73C2988F07F}" dt="2026-04-21T11:42:58.760" v="264" actId="1076"/>
        <pc:sldMkLst>
          <pc:docMk/>
          <pc:sldMk cId="1120716655" sldId="2147470039"/>
        </pc:sldMkLst>
        <pc:spChg chg="mod">
          <ac:chgData name="Dr. Sreerama KV Murthy" userId="c07a8c12-9816-454b-ae0c-474f9b3ddf49" providerId="ADAL" clId="{6A90A219-3642-40D9-9793-E73C2988F07F}" dt="2026-04-21T11:42:58.760" v="264" actId="1076"/>
          <ac:spMkLst>
            <pc:docMk/>
            <pc:sldMk cId="1120716655" sldId="2147470039"/>
            <ac:spMk id="6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2:22.356" v="245" actId="1038"/>
          <ac:spMkLst>
            <pc:docMk/>
            <pc:sldMk cId="1120716655" sldId="2147470039"/>
            <ac:spMk id="8" creationId="{00000000-0000-0000-0000-000000000000}"/>
          </ac:spMkLst>
        </pc:spChg>
        <pc:spChg chg="mod">
          <ac:chgData name="Dr. Sreerama KV Murthy" userId="c07a8c12-9816-454b-ae0c-474f9b3ddf49" providerId="ADAL" clId="{6A90A219-3642-40D9-9793-E73C2988F07F}" dt="2026-04-21T11:42:41.985" v="256" actId="1076"/>
          <ac:spMkLst>
            <pc:docMk/>
            <pc:sldMk cId="1120716655" sldId="2147470039"/>
            <ac:spMk id="12" creationId="{00000000-0000-0000-0000-000000000000}"/>
          </ac:spMkLst>
        </pc:spChg>
      </pc:sldChg>
      <pc:sldChg chg="del">
        <pc:chgData name="Dr. Sreerama KV Murthy" userId="c07a8c12-9816-454b-ae0c-474f9b3ddf49" providerId="ADAL" clId="{6A90A219-3642-40D9-9793-E73C2988F07F}" dt="2026-04-21T11:44:04.536" v="298" actId="47"/>
        <pc:sldMkLst>
          <pc:docMk/>
          <pc:sldMk cId="975524331" sldId="2147470040"/>
        </pc:sldMkLst>
      </pc:sldChg>
      <pc:sldChg chg="del">
        <pc:chgData name="Dr. Sreerama KV Murthy" userId="c07a8c12-9816-454b-ae0c-474f9b3ddf49" providerId="ADAL" clId="{6A90A219-3642-40D9-9793-E73C2988F07F}" dt="2026-04-21T11:44:12.838" v="299" actId="47"/>
        <pc:sldMkLst>
          <pc:docMk/>
          <pc:sldMk cId="2417690837" sldId="2147470041"/>
        </pc:sldMkLst>
      </pc:sldChg>
      <pc:sldChg chg="delSp modSp mod">
        <pc:chgData name="Dr. Sreerama KV Murthy" userId="c07a8c12-9816-454b-ae0c-474f9b3ddf49" providerId="ADAL" clId="{6A90A219-3642-40D9-9793-E73C2988F07F}" dt="2026-04-21T11:45:54.524" v="356" actId="478"/>
        <pc:sldMkLst>
          <pc:docMk/>
          <pc:sldMk cId="1991598937" sldId="2147470042"/>
        </pc:sldMkLst>
        <pc:spChg chg="mod">
          <ac:chgData name="Dr. Sreerama KV Murthy" userId="c07a8c12-9816-454b-ae0c-474f9b3ddf49" providerId="ADAL" clId="{6A90A219-3642-40D9-9793-E73C2988F07F}" dt="2026-04-21T11:45:52.915" v="355" actId="14100"/>
          <ac:spMkLst>
            <pc:docMk/>
            <pc:sldMk cId="1991598937" sldId="2147470042"/>
            <ac:spMk id="5" creationId="{1BCE2C1C-2878-7BFE-AF76-55A54E9EBB56}"/>
          </ac:spMkLst>
        </pc:spChg>
        <pc:picChg chg="del">
          <ac:chgData name="Dr. Sreerama KV Murthy" userId="c07a8c12-9816-454b-ae0c-474f9b3ddf49" providerId="ADAL" clId="{6A90A219-3642-40D9-9793-E73C2988F07F}" dt="2026-04-21T11:45:54.524" v="356" actId="478"/>
          <ac:picMkLst>
            <pc:docMk/>
            <pc:sldMk cId="1991598937" sldId="2147470042"/>
            <ac:picMk id="2" creationId="{C5FD254C-BF10-9D39-2CEF-AF4E778AA9D3}"/>
          </ac:picMkLst>
        </pc:picChg>
      </pc:sldChg>
      <pc:sldChg chg="modSp mod">
        <pc:chgData name="Dr. Sreerama KV Murthy" userId="c07a8c12-9816-454b-ae0c-474f9b3ddf49" providerId="ADAL" clId="{6A90A219-3642-40D9-9793-E73C2988F07F}" dt="2026-04-21T11:48:10.938" v="375" actId="179"/>
        <pc:sldMkLst>
          <pc:docMk/>
          <pc:sldMk cId="0" sldId="2147470043"/>
        </pc:sldMkLst>
        <pc:spChg chg="mod">
          <ac:chgData name="Dr. Sreerama KV Murthy" userId="c07a8c12-9816-454b-ae0c-474f9b3ddf49" providerId="ADAL" clId="{6A90A219-3642-40D9-9793-E73C2988F07F}" dt="2026-04-21T11:48:10.938" v="375" actId="179"/>
          <ac:spMkLst>
            <pc:docMk/>
            <pc:sldMk cId="0" sldId="2147470043"/>
            <ac:spMk id="2" creationId="{00000000-0000-0000-0000-000000000000}"/>
          </ac:spMkLst>
        </pc:spChg>
      </pc:sldChg>
      <pc:sldChg chg="delSp modSp mod">
        <pc:chgData name="Dr. Sreerama KV Murthy" userId="c07a8c12-9816-454b-ae0c-474f9b3ddf49" providerId="ADAL" clId="{6A90A219-3642-40D9-9793-E73C2988F07F}" dt="2026-04-21T12:12:00.071" v="848" actId="1076"/>
        <pc:sldMkLst>
          <pc:docMk/>
          <pc:sldMk cId="587628905" sldId="2147470047"/>
        </pc:sldMkLst>
        <pc:spChg chg="mod">
          <ac:chgData name="Dr. Sreerama KV Murthy" userId="c07a8c12-9816-454b-ae0c-474f9b3ddf49" providerId="ADAL" clId="{6A90A219-3642-40D9-9793-E73C2988F07F}" dt="2026-04-21T12:11:57.384" v="847" actId="14100"/>
          <ac:spMkLst>
            <pc:docMk/>
            <pc:sldMk cId="587628905" sldId="2147470047"/>
            <ac:spMk id="4" creationId="{F0901CDF-B32C-D4E8-C0A4-77D109B9A77B}"/>
          </ac:spMkLst>
        </pc:spChg>
        <pc:spChg chg="mod">
          <ac:chgData name="Dr. Sreerama KV Murthy" userId="c07a8c12-9816-454b-ae0c-474f9b3ddf49" providerId="ADAL" clId="{6A90A219-3642-40D9-9793-E73C2988F07F}" dt="2026-04-21T12:12:00.071" v="848" actId="1076"/>
          <ac:spMkLst>
            <pc:docMk/>
            <pc:sldMk cId="587628905" sldId="2147470047"/>
            <ac:spMk id="5" creationId="{EA0C390C-F03F-C0B6-0FB7-72C8EC191410}"/>
          </ac:spMkLst>
        </pc:spChg>
        <pc:picChg chg="del">
          <ac:chgData name="Dr. Sreerama KV Murthy" userId="c07a8c12-9816-454b-ae0c-474f9b3ddf49" providerId="ADAL" clId="{6A90A219-3642-40D9-9793-E73C2988F07F}" dt="2026-04-21T12:11:54.079" v="846" actId="478"/>
          <ac:picMkLst>
            <pc:docMk/>
            <pc:sldMk cId="587628905" sldId="2147470047"/>
            <ac:picMk id="2" creationId="{F8307837-D7FA-04E8-8F4F-C01EAC3FC7A8}"/>
          </ac:picMkLst>
        </pc:picChg>
      </pc:sldChg>
      <pc:sldChg chg="modSp mod">
        <pc:chgData name="Dr. Sreerama KV Murthy" userId="c07a8c12-9816-454b-ae0c-474f9b3ddf49" providerId="ADAL" clId="{6A90A219-3642-40D9-9793-E73C2988F07F}" dt="2026-04-21T12:12:46.824" v="858" actId="1076"/>
        <pc:sldMkLst>
          <pc:docMk/>
          <pc:sldMk cId="673835141" sldId="2147470048"/>
        </pc:sldMkLst>
        <pc:spChg chg="mod">
          <ac:chgData name="Dr. Sreerama KV Murthy" userId="c07a8c12-9816-454b-ae0c-474f9b3ddf49" providerId="ADAL" clId="{6A90A219-3642-40D9-9793-E73C2988F07F}" dt="2026-04-21T12:12:37.412" v="855" actId="1076"/>
          <ac:spMkLst>
            <pc:docMk/>
            <pc:sldMk cId="673835141" sldId="2147470048"/>
            <ac:spMk id="4" creationId="{39D5879C-FCA5-63B5-B719-18EDF74F58DB}"/>
          </ac:spMkLst>
        </pc:spChg>
        <pc:spChg chg="mod">
          <ac:chgData name="Dr. Sreerama KV Murthy" userId="c07a8c12-9816-454b-ae0c-474f9b3ddf49" providerId="ADAL" clId="{6A90A219-3642-40D9-9793-E73C2988F07F}" dt="2026-04-21T12:12:46.824" v="858" actId="1076"/>
          <ac:spMkLst>
            <pc:docMk/>
            <pc:sldMk cId="673835141" sldId="2147470048"/>
            <ac:spMk id="7" creationId="{6B2F5162-1D96-B397-1A6B-8FA51B08961A}"/>
          </ac:spMkLst>
        </pc:spChg>
        <pc:graphicFrameChg chg="mod modGraphic">
          <ac:chgData name="Dr. Sreerama KV Murthy" userId="c07a8c12-9816-454b-ae0c-474f9b3ddf49" providerId="ADAL" clId="{6A90A219-3642-40D9-9793-E73C2988F07F}" dt="2026-04-21T12:12:43.280" v="857" actId="14100"/>
          <ac:graphicFrameMkLst>
            <pc:docMk/>
            <pc:sldMk cId="673835141" sldId="2147470048"/>
            <ac:graphicFrameMk id="6" creationId="{E514A6E7-CD5C-6904-5AAB-66B8F18E37D9}"/>
          </ac:graphicFrameMkLst>
        </pc:graphicFrameChg>
      </pc:sldChg>
      <pc:sldChg chg="modSp mod">
        <pc:chgData name="Dr. Sreerama KV Murthy" userId="c07a8c12-9816-454b-ae0c-474f9b3ddf49" providerId="ADAL" clId="{6A90A219-3642-40D9-9793-E73C2988F07F}" dt="2026-04-21T12:12:59.097" v="859" actId="1076"/>
        <pc:sldMkLst>
          <pc:docMk/>
          <pc:sldMk cId="253158817" sldId="2147470049"/>
        </pc:sldMkLst>
        <pc:spChg chg="mod">
          <ac:chgData name="Dr. Sreerama KV Murthy" userId="c07a8c12-9816-454b-ae0c-474f9b3ddf49" providerId="ADAL" clId="{6A90A219-3642-40D9-9793-E73C2988F07F}" dt="2026-04-21T12:12:59.097" v="859" actId="1076"/>
          <ac:spMkLst>
            <pc:docMk/>
            <pc:sldMk cId="253158817" sldId="2147470049"/>
            <ac:spMk id="2" creationId="{A5DA2C4B-31A6-A9AC-3205-B93D4510F117}"/>
          </ac:spMkLst>
        </pc:spChg>
      </pc:sldChg>
      <pc:sldChg chg="addSp delSp modSp new mod modClrScheme chgLayout">
        <pc:chgData name="Dr. Sreerama KV Murthy" userId="c07a8c12-9816-454b-ae0c-474f9b3ddf49" providerId="ADAL" clId="{6A90A219-3642-40D9-9793-E73C2988F07F}" dt="2026-04-21T11:59:25.182" v="558" actId="1035"/>
        <pc:sldMkLst>
          <pc:docMk/>
          <pc:sldMk cId="1209015613" sldId="2147470051"/>
        </pc:sldMkLst>
        <pc:spChg chg="del">
          <ac:chgData name="Dr. Sreerama KV Murthy" userId="c07a8c12-9816-454b-ae0c-474f9b3ddf49" providerId="ADAL" clId="{6A90A219-3642-40D9-9793-E73C2988F07F}" dt="2026-04-21T11:58:14.904" v="494" actId="700"/>
          <ac:spMkLst>
            <pc:docMk/>
            <pc:sldMk cId="1209015613" sldId="2147470051"/>
            <ac:spMk id="2" creationId="{2F1F7DC9-11F7-FEB3-B89B-A7114DE39C22}"/>
          </ac:spMkLst>
        </pc:spChg>
        <pc:spChg chg="del">
          <ac:chgData name="Dr. Sreerama KV Murthy" userId="c07a8c12-9816-454b-ae0c-474f9b3ddf49" providerId="ADAL" clId="{6A90A219-3642-40D9-9793-E73C2988F07F}" dt="2026-04-21T11:58:14.904" v="494" actId="700"/>
          <ac:spMkLst>
            <pc:docMk/>
            <pc:sldMk cId="1209015613" sldId="2147470051"/>
            <ac:spMk id="3" creationId="{9F61FF24-8946-6310-063B-4705994E9D3D}"/>
          </ac:spMkLst>
        </pc:spChg>
        <pc:spChg chg="add mod ord">
          <ac:chgData name="Dr. Sreerama KV Murthy" userId="c07a8c12-9816-454b-ae0c-474f9b3ddf49" providerId="ADAL" clId="{6A90A219-3642-40D9-9793-E73C2988F07F}" dt="2026-04-21T11:59:19.191" v="553" actId="20577"/>
          <ac:spMkLst>
            <pc:docMk/>
            <pc:sldMk cId="1209015613" sldId="2147470051"/>
            <ac:spMk id="4" creationId="{5F150B13-EBDE-DA83-B612-15819A31399B}"/>
          </ac:spMkLst>
        </pc:spChg>
        <pc:spChg chg="add mod">
          <ac:chgData name="Dr. Sreerama KV Murthy" userId="c07a8c12-9816-454b-ae0c-474f9b3ddf49" providerId="ADAL" clId="{6A90A219-3642-40D9-9793-E73C2988F07F}" dt="2026-04-21T11:59:09.898" v="536" actId="122"/>
          <ac:spMkLst>
            <pc:docMk/>
            <pc:sldMk cId="1209015613" sldId="2147470051"/>
            <ac:spMk id="6" creationId="{03359CE0-EA5B-EAB1-8BD0-E60E2084A521}"/>
          </ac:spMkLst>
        </pc:spChg>
        <pc:picChg chg="add mod">
          <ac:chgData name="Dr. Sreerama KV Murthy" userId="c07a8c12-9816-454b-ae0c-474f9b3ddf49" providerId="ADAL" clId="{6A90A219-3642-40D9-9793-E73C2988F07F}" dt="2026-04-21T11:59:25.182" v="558" actId="1035"/>
          <ac:picMkLst>
            <pc:docMk/>
            <pc:sldMk cId="1209015613" sldId="2147470051"/>
            <ac:picMk id="1026" creationId="{5D386783-03BD-5125-3F53-90F27D3FBEB7}"/>
          </ac:picMkLst>
        </pc:picChg>
      </pc:sldChg>
      <pc:sldChg chg="del">
        <pc:chgData name="Dr. Sreerama KV Murthy" userId="c07a8c12-9816-454b-ae0c-474f9b3ddf49" providerId="ADAL" clId="{6A90A219-3642-40D9-9793-E73C2988F07F}" dt="2026-04-21T11:45:28.492" v="313" actId="47"/>
        <pc:sldMkLst>
          <pc:docMk/>
          <pc:sldMk cId="2929486647" sldId="2147470051"/>
        </pc:sldMkLst>
      </pc:sldChg>
      <pc:sldChg chg="addSp modSp new mod">
        <pc:chgData name="Dr. Sreerama KV Murthy" userId="c07a8c12-9816-454b-ae0c-474f9b3ddf49" providerId="ADAL" clId="{6A90A219-3642-40D9-9793-E73C2988F07F}" dt="2026-04-21T12:11:36.773" v="844" actId="14100"/>
        <pc:sldMkLst>
          <pc:docMk/>
          <pc:sldMk cId="1580505073" sldId="2147470052"/>
        </pc:sldMkLst>
        <pc:spChg chg="mod">
          <ac:chgData name="Dr. Sreerama KV Murthy" userId="c07a8c12-9816-454b-ae0c-474f9b3ddf49" providerId="ADAL" clId="{6A90A219-3642-40D9-9793-E73C2988F07F}" dt="2026-04-21T12:11:36.773" v="844" actId="14100"/>
          <ac:spMkLst>
            <pc:docMk/>
            <pc:sldMk cId="1580505073" sldId="2147470052"/>
            <ac:spMk id="2" creationId="{D7B20C51-CF76-1619-30A8-684E25A3AEFD}"/>
          </ac:spMkLst>
        </pc:spChg>
        <pc:spChg chg="mod">
          <ac:chgData name="Dr. Sreerama KV Murthy" userId="c07a8c12-9816-454b-ae0c-474f9b3ddf49" providerId="ADAL" clId="{6A90A219-3642-40D9-9793-E73C2988F07F}" dt="2026-04-21T12:10:42.174" v="835" actId="113"/>
          <ac:spMkLst>
            <pc:docMk/>
            <pc:sldMk cId="1580505073" sldId="2147470052"/>
            <ac:spMk id="3" creationId="{F534AAAE-3319-2241-B049-9707D5A93A6C}"/>
          </ac:spMkLst>
        </pc:spChg>
        <pc:spChg chg="add mod">
          <ac:chgData name="Dr. Sreerama KV Murthy" userId="c07a8c12-9816-454b-ae0c-474f9b3ddf49" providerId="ADAL" clId="{6A90A219-3642-40D9-9793-E73C2988F07F}" dt="2026-04-21T12:11:29.091" v="843" actId="207"/>
          <ac:spMkLst>
            <pc:docMk/>
            <pc:sldMk cId="1580505073" sldId="2147470052"/>
            <ac:spMk id="4" creationId="{00000000-0000-0000-0000-000000000000}"/>
          </ac:spMkLst>
        </pc:spChg>
      </pc:sldChg>
      <pc:sldChg chg="addSp delSp modSp new del mod modClrScheme chgLayout">
        <pc:chgData name="Dr. Sreerama KV Murthy" userId="c07a8c12-9816-454b-ae0c-474f9b3ddf49" providerId="ADAL" clId="{6A90A219-3642-40D9-9793-E73C2988F07F}" dt="2026-04-22T02:44:35.319" v="2281" actId="2696"/>
        <pc:sldMkLst>
          <pc:docMk/>
          <pc:sldMk cId="2135339440" sldId="2147470053"/>
        </pc:sldMkLst>
        <pc:spChg chg="del mod ord">
          <ac:chgData name="Dr. Sreerama KV Murthy" userId="c07a8c12-9816-454b-ae0c-474f9b3ddf49" providerId="ADAL" clId="{6A90A219-3642-40D9-9793-E73C2988F07F}" dt="2026-04-21T12:16:17.254" v="909" actId="700"/>
          <ac:spMkLst>
            <pc:docMk/>
            <pc:sldMk cId="2135339440" sldId="2147470053"/>
            <ac:spMk id="2" creationId="{EE8E2FC7-B3BC-14CC-42D1-FF23D681F832}"/>
          </ac:spMkLst>
        </pc:spChg>
        <pc:spChg chg="del">
          <ac:chgData name="Dr. Sreerama KV Murthy" userId="c07a8c12-9816-454b-ae0c-474f9b3ddf49" providerId="ADAL" clId="{6A90A219-3642-40D9-9793-E73C2988F07F}" dt="2026-04-21T12:16:17.254" v="909" actId="700"/>
          <ac:spMkLst>
            <pc:docMk/>
            <pc:sldMk cId="2135339440" sldId="2147470053"/>
            <ac:spMk id="3" creationId="{DF4BE81E-3845-7D99-850C-8223762335A8}"/>
          </ac:spMkLst>
        </pc:spChg>
        <pc:spChg chg="add mod ord">
          <ac:chgData name="Dr. Sreerama KV Murthy" userId="c07a8c12-9816-454b-ae0c-474f9b3ddf49" providerId="ADAL" clId="{6A90A219-3642-40D9-9793-E73C2988F07F}" dt="2026-04-21T12:22:59.361" v="1192" actId="1076"/>
          <ac:spMkLst>
            <pc:docMk/>
            <pc:sldMk cId="2135339440" sldId="2147470053"/>
            <ac:spMk id="4" creationId="{BB97D52D-050C-D7D4-3E14-DA82AAEBC820}"/>
          </ac:spMkLst>
        </pc:spChg>
        <pc:spChg chg="add mod">
          <ac:chgData name="Dr. Sreerama KV Murthy" userId="c07a8c12-9816-454b-ae0c-474f9b3ddf49" providerId="ADAL" clId="{6A90A219-3642-40D9-9793-E73C2988F07F}" dt="2026-04-21T12:22:45.583" v="1189" actId="948"/>
          <ac:spMkLst>
            <pc:docMk/>
            <pc:sldMk cId="2135339440" sldId="2147470053"/>
            <ac:spMk id="6" creationId="{6E8B8F57-6232-59B7-34B3-30A4863B4FEA}"/>
          </ac:spMkLst>
        </pc:spChg>
        <pc:spChg chg="add del mod">
          <ac:chgData name="Dr. Sreerama KV Murthy" userId="c07a8c12-9816-454b-ae0c-474f9b3ddf49" providerId="ADAL" clId="{6A90A219-3642-40D9-9793-E73C2988F07F}" dt="2026-04-21T12:18:17.838" v="969" actId="478"/>
          <ac:spMkLst>
            <pc:docMk/>
            <pc:sldMk cId="2135339440" sldId="2147470053"/>
            <ac:spMk id="8" creationId="{0279B968-28C6-C8B4-D7DC-26CB447D416A}"/>
          </ac:spMkLst>
        </pc:spChg>
        <pc:picChg chg="add mod">
          <ac:chgData name="Dr. Sreerama KV Murthy" userId="c07a8c12-9816-454b-ae0c-474f9b3ddf49" providerId="ADAL" clId="{6A90A219-3642-40D9-9793-E73C2988F07F}" dt="2026-04-21T12:20:09.680" v="1105" actId="1076"/>
          <ac:picMkLst>
            <pc:docMk/>
            <pc:sldMk cId="2135339440" sldId="2147470053"/>
            <ac:picMk id="2050" creationId="{0EE726A5-017D-786C-0B42-3531C910F0CD}"/>
          </ac:picMkLst>
        </pc:picChg>
      </pc:sldChg>
      <pc:sldChg chg="modSp add mod addAnim delAnim modAnim">
        <pc:chgData name="Dr. Sreerama KV Murthy" userId="c07a8c12-9816-454b-ae0c-474f9b3ddf49" providerId="ADAL" clId="{6A90A219-3642-40D9-9793-E73C2988F07F}" dt="2026-04-22T02:47:05.597" v="2306"/>
        <pc:sldMkLst>
          <pc:docMk/>
          <pc:sldMk cId="2978205515" sldId="2147470053"/>
        </pc:sldMkLst>
        <pc:spChg chg="mod">
          <ac:chgData name="Dr. Sreerama KV Murthy" userId="c07a8c12-9816-454b-ae0c-474f9b3ddf49" providerId="ADAL" clId="{6A90A219-3642-40D9-9793-E73C2988F07F}" dt="2026-04-22T02:46:46.949" v="2302" actId="1076"/>
          <ac:spMkLst>
            <pc:docMk/>
            <pc:sldMk cId="2978205515" sldId="2147470053"/>
            <ac:spMk id="6" creationId="{6E8B8F57-6232-59B7-34B3-30A4863B4FEA}"/>
          </ac:spMkLst>
        </pc:spChg>
      </pc:sldChg>
      <pc:sldChg chg="modSp new mod modAnim">
        <pc:chgData name="Dr. Sreerama KV Murthy" userId="c07a8c12-9816-454b-ae0c-474f9b3ddf49" providerId="ADAL" clId="{6A90A219-3642-40D9-9793-E73C2988F07F}" dt="2026-04-22T02:39:04.367" v="1747" actId="20577"/>
        <pc:sldMkLst>
          <pc:docMk/>
          <pc:sldMk cId="1491329987" sldId="2147470054"/>
        </pc:sldMkLst>
        <pc:spChg chg="mod">
          <ac:chgData name="Dr. Sreerama KV Murthy" userId="c07a8c12-9816-454b-ae0c-474f9b3ddf49" providerId="ADAL" clId="{6A90A219-3642-40D9-9793-E73C2988F07F}" dt="2026-04-22T02:39:04.367" v="1747" actId="20577"/>
          <ac:spMkLst>
            <pc:docMk/>
            <pc:sldMk cId="1491329987" sldId="2147470054"/>
            <ac:spMk id="2" creationId="{7589AA9C-F705-FC16-E437-9DD3408150F2}"/>
          </ac:spMkLst>
        </pc:spChg>
        <pc:spChg chg="mod">
          <ac:chgData name="Dr. Sreerama KV Murthy" userId="c07a8c12-9816-454b-ae0c-474f9b3ddf49" providerId="ADAL" clId="{6A90A219-3642-40D9-9793-E73C2988F07F}" dt="2026-04-22T02:38:36.191" v="1735" actId="20577"/>
          <ac:spMkLst>
            <pc:docMk/>
            <pc:sldMk cId="1491329987" sldId="2147470054"/>
            <ac:spMk id="3" creationId="{D434240E-1C4F-510F-E7A1-53381FA270F3}"/>
          </ac:spMkLst>
        </pc:spChg>
      </pc:sldChg>
      <pc:sldChg chg="modSp new mod addAnim delAnim modAnim">
        <pc:chgData name="Dr. Sreerama KV Murthy" userId="c07a8c12-9816-454b-ae0c-474f9b3ddf49" providerId="ADAL" clId="{6A90A219-3642-40D9-9793-E73C2988F07F}" dt="2026-04-22T02:50:00.847" v="2555"/>
        <pc:sldMkLst>
          <pc:docMk/>
          <pc:sldMk cId="552726684" sldId="2147470055"/>
        </pc:sldMkLst>
        <pc:spChg chg="mod">
          <ac:chgData name="Dr. Sreerama KV Murthy" userId="c07a8c12-9816-454b-ae0c-474f9b3ddf49" providerId="ADAL" clId="{6A90A219-3642-40D9-9793-E73C2988F07F}" dt="2026-04-22T02:39:09.603" v="1749" actId="113"/>
          <ac:spMkLst>
            <pc:docMk/>
            <pc:sldMk cId="552726684" sldId="2147470055"/>
            <ac:spMk id="2" creationId="{37588C48-77EA-3DAE-7482-384E7CBA6FD4}"/>
          </ac:spMkLst>
        </pc:spChg>
        <pc:spChg chg="mod">
          <ac:chgData name="Dr. Sreerama KV Murthy" userId="c07a8c12-9816-454b-ae0c-474f9b3ddf49" providerId="ADAL" clId="{6A90A219-3642-40D9-9793-E73C2988F07F}" dt="2026-04-22T02:43:52.272" v="2280" actId="20577"/>
          <ac:spMkLst>
            <pc:docMk/>
            <pc:sldMk cId="552726684" sldId="2147470055"/>
            <ac:spMk id="3" creationId="{99549E99-D4BA-06F6-0E63-3F7E9CEA1BEC}"/>
          </ac:spMkLst>
        </pc:spChg>
      </pc:sldChg>
      <pc:sldChg chg="addSp delSp modSp new mod modClrScheme chgLayout">
        <pc:chgData name="Dr. Sreerama KV Murthy" userId="c07a8c12-9816-454b-ae0c-474f9b3ddf49" providerId="ADAL" clId="{6A90A219-3642-40D9-9793-E73C2988F07F}" dt="2026-04-22T02:46:25.859" v="2300" actId="113"/>
        <pc:sldMkLst>
          <pc:docMk/>
          <pc:sldMk cId="1872903815" sldId="2147470056"/>
        </pc:sldMkLst>
        <pc:spChg chg="del mod ord">
          <ac:chgData name="Dr. Sreerama KV Murthy" userId="c07a8c12-9816-454b-ae0c-474f9b3ddf49" providerId="ADAL" clId="{6A90A219-3642-40D9-9793-E73C2988F07F}" dt="2026-04-22T02:46:17.458" v="2284" actId="700"/>
          <ac:spMkLst>
            <pc:docMk/>
            <pc:sldMk cId="1872903815" sldId="2147470056"/>
            <ac:spMk id="2" creationId="{F5B31F78-9A2B-A595-405B-41E60FEFE3F3}"/>
          </ac:spMkLst>
        </pc:spChg>
        <pc:spChg chg="add mod ord">
          <ac:chgData name="Dr. Sreerama KV Murthy" userId="c07a8c12-9816-454b-ae0c-474f9b3ddf49" providerId="ADAL" clId="{6A90A219-3642-40D9-9793-E73C2988F07F}" dt="2026-04-22T02:46:25.859" v="2300" actId="113"/>
          <ac:spMkLst>
            <pc:docMk/>
            <pc:sldMk cId="1872903815" sldId="2147470056"/>
            <ac:spMk id="3" creationId="{18484604-0476-9125-8FE1-F5CC8D942CFE}"/>
          </ac:spMkLst>
        </pc:spChg>
        <pc:spChg chg="add mod ord">
          <ac:chgData name="Dr. Sreerama KV Murthy" userId="c07a8c12-9816-454b-ae0c-474f9b3ddf49" providerId="ADAL" clId="{6A90A219-3642-40D9-9793-E73C2988F07F}" dt="2026-04-22T02:46:17.458" v="2284" actId="700"/>
          <ac:spMkLst>
            <pc:docMk/>
            <pc:sldMk cId="1872903815" sldId="2147470056"/>
            <ac:spMk id="4" creationId="{40351916-3743-0C91-1DF1-AD7E11DAA782}"/>
          </ac:spMkLst>
        </pc:spChg>
      </pc:sldChg>
      <pc:sldMasterChg chg="delSldLayout">
        <pc:chgData name="Dr. Sreerama KV Murthy" userId="c07a8c12-9816-454b-ae0c-474f9b3ddf49" providerId="ADAL" clId="{6A90A219-3642-40D9-9793-E73C2988F07F}" dt="2026-04-21T11:30:18.931" v="82" actId="47"/>
        <pc:sldMasterMkLst>
          <pc:docMk/>
          <pc:sldMasterMk cId="1207108490" sldId="2147483693"/>
        </pc:sldMasterMkLst>
        <pc:sldLayoutChg chg="del">
          <pc:chgData name="Dr. Sreerama KV Murthy" userId="c07a8c12-9816-454b-ae0c-474f9b3ddf49" providerId="ADAL" clId="{6A90A219-3642-40D9-9793-E73C2988F07F}" dt="2026-04-21T11:30:18.931" v="82" actId="47"/>
          <pc:sldLayoutMkLst>
            <pc:docMk/>
            <pc:sldMasterMk cId="1207108490" sldId="2147483693"/>
            <pc:sldLayoutMk cId="1483474423" sldId="214748370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BF0B0B1F-9786-4D5F-AE97-037DCD30C3F3}" type="datetimeFigureOut">
              <a:rPr lang="en-IN" smtClean="0"/>
              <a:pPr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C411814F-98E4-4559-B17F-F724D1F120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3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1F99-B1CA-6AD1-619B-4EAFEE200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9C6FD-E273-6514-46A0-83519BDE2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C1248-46D5-CF2E-0F70-FA80BA7D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B803-28A6-0D2D-911B-F65AB34B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92315-1F3B-DEA1-EEFB-78A8DECB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0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51FC-FDEC-FAF9-1736-4B64DE2C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EF764-72A4-AE45-69DD-7E4F9F83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AFE99-0067-FAB2-2B83-85F47F9B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21F18-2595-CA39-1770-42CEBB4D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B655F-CE62-B621-B564-16B8166D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7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2D83-2758-D3F4-7E95-967A3C79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2B79C-782E-05BE-7152-E77E37283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AEC73-94D3-55F6-8AE0-3C858B3C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ABC82-6AE7-C057-DA2A-6A96C3311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B426-68C5-433A-E32C-39E898E6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64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0E6F-EAB8-CEAB-2FAE-75BC1968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E7DD-FAD2-7BA3-520D-50B5E8D18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C7303-19A6-9B58-3D15-11E0147B5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35923-C9E1-2CEC-8FB8-C4C70BED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39D9F-1CDA-0991-515F-9710F49A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0677E-3821-FD1C-9274-914B962D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2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336-C103-EF92-70A8-6567911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2EE1E-726F-71D8-0D39-641E63685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7D9BE-B529-ACBF-096F-F4E649F4F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F8FCD-442C-225F-126E-05E71A97C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B3383-5FC6-6537-19A0-C9CD32821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485F3-3CD6-0215-4419-94060B07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ED0F7-C3CB-D031-369A-28688C4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99830-0E73-18A6-6B60-109F1484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19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80C4-7A66-46E5-675E-F2178974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59B93-5E35-D20A-65C4-A7042DB8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3C76D-12C2-7EE6-906D-1768223A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64113-4F49-78B5-AA96-68287027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7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D3C2C-B5B0-B80A-ACEB-C66CA459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387B1-F496-EFBC-E3B0-3CC4BF12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B7CEB-39E5-1A43-0CA3-4B1B4421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3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C58F-6D6A-D47D-7ED3-565D3D12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1B7F-3FFD-D79F-B097-357145275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6F8D6-56D5-9058-9A20-61AC0730D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028E-E1C7-30A9-3CCD-55030F49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EE7F0-862E-4DBE-4368-6A79D628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8E92F-D3C6-284E-7D42-CC44FC03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23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CEB8-6B39-83E2-CCBF-9B8C41405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B4879-A83F-C2D0-B632-B1EA612D7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2CCC3-6195-8F1A-DE22-E63D98C05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17181-A855-90AA-C138-D20D7908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041BA-87A9-225F-EB55-852F3726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75764-8564-469E-4B91-DD21D1DF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7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8B41-8E1C-0037-8C8A-7CE6ADD9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70908-517D-79AF-D656-2D1538E05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8157-1056-BAD6-99DB-8B8A6B8B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A6E49-3B76-7BFD-32E6-CAF66EE9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FFFF8-8AD3-77AD-4CC7-D387A64E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7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CFEF3-68C1-D259-0092-4627DCF3D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92B61-DCC1-2B07-B7FC-AC2599C56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D3E78-B596-3BD0-43BA-08F3372A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C2F5-E821-4544-8D01-7FA5A5A9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0770E-8C3A-5466-1C92-F3E4365A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334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c8c04955c_0_19"/>
          <p:cNvSpPr txBox="1">
            <a:spLocks noGrp="1"/>
          </p:cNvSpPr>
          <p:nvPr>
            <p:ph type="body" idx="1"/>
          </p:nvPr>
        </p:nvSpPr>
        <p:spPr>
          <a:xfrm>
            <a:off x="173181" y="933392"/>
            <a:ext cx="11858105" cy="541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6BEEAA-DDB9-5AD8-756A-49F53D3E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90"/>
            <a:ext cx="10515600" cy="737697"/>
          </a:xfrm>
          <a:prstGeom prst="rect">
            <a:avLst/>
          </a:prstGeom>
        </p:spPr>
        <p:txBody>
          <a:bodyPr anchor="ctr"/>
          <a:lstStyle>
            <a:lvl1pPr>
              <a:defRPr sz="3200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39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4095-2B8B-5ABF-D7E7-E67F1700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A650B-1E8C-ABA2-B358-9BFE9832F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8FB18-AADD-046B-B922-E019A86C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6B4CD-6EF3-3429-46E8-914CE43D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736E-F6E9-43C9-BE4D-2882841D92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EABD-4BDD-FB27-7200-761EFE58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52BA0-1CE9-BE63-333E-CE7A3927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298-D008-41BA-B734-F288B193626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52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B275D-0F9A-F67E-1D1D-3FA8FA18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3C29F-A4A4-C71D-501A-95DF631B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E6688-7CF9-BA83-DB9D-F3CFEB455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736E-F6E9-43C9-BE4D-2882841D9231}" type="datetimeFigureOut">
              <a:rPr lang="en-IN" smtClean="0"/>
              <a:pPr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85F8C-D11E-0A75-C9D8-9A14663A3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4F95-66E4-A818-203C-2287DF518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7298-D008-41BA-B734-F288B193626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Google Shape;12;g31c8c04955c_0_0">
            <a:extLst>
              <a:ext uri="{FF2B5EF4-FFF2-40B4-BE49-F238E27FC236}">
                <a16:creationId xmlns:a16="http://schemas.microsoft.com/office/drawing/2014/main" id="{9280EC30-7441-A852-9C69-A35963D52303}"/>
              </a:ext>
            </a:extLst>
          </p:cNvPr>
          <p:cNvSpPr/>
          <p:nvPr userDrawn="1"/>
        </p:nvSpPr>
        <p:spPr>
          <a:xfrm>
            <a:off x="0" y="6721475"/>
            <a:ext cx="12192000" cy="136524"/>
          </a:xfrm>
          <a:prstGeom prst="rect">
            <a:avLst/>
          </a:prstGeom>
          <a:gradFill flip="none" rotWithShape="1">
            <a:gsLst>
              <a:gs pos="0">
                <a:srgbClr val="B137EF">
                  <a:tint val="66000"/>
                  <a:satMod val="160000"/>
                </a:srgbClr>
              </a:gs>
              <a:gs pos="50000">
                <a:srgbClr val="B137EF">
                  <a:tint val="44500"/>
                  <a:satMod val="160000"/>
                </a:srgbClr>
              </a:gs>
              <a:gs pos="100000">
                <a:srgbClr val="B137EF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78E1FA5-B66D-B851-8798-D2A04DD21AEA}"/>
              </a:ext>
            </a:extLst>
          </p:cNvPr>
          <p:cNvSpPr/>
          <p:nvPr userDrawn="1"/>
        </p:nvSpPr>
        <p:spPr>
          <a:xfrm>
            <a:off x="10570433" y="6585877"/>
            <a:ext cx="170361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© 2025 TekFrameworks</a:t>
            </a:r>
            <a:endParaRPr lang="en-US" sz="11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5425469-68B2-41B1-105A-9317BDB37C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095" y="36128"/>
            <a:ext cx="1519905" cy="5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0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6" r:id="rId12"/>
    <p:sldLayoutId id="214748365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eqRuVp65eY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kframework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ctrTitle"/>
          </p:nvPr>
        </p:nvSpPr>
        <p:spPr>
          <a:xfrm>
            <a:off x="430840" y="1335850"/>
            <a:ext cx="11387779" cy="184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l"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US" sz="4800" b="1" dirty="0">
                <a:solidFill>
                  <a:srgbClr val="3371A5"/>
                </a:solidFill>
                <a:latin typeface="Aptos" panose="020B0004020202020204" pitchFamily="34" charset="0"/>
              </a:rPr>
              <a:t>Making LLMs more Specialized &amp; Practical </a:t>
            </a:r>
            <a:br>
              <a:rPr lang="en-US" sz="4800" b="1" dirty="0">
                <a:solidFill>
                  <a:srgbClr val="3371A5"/>
                </a:solidFill>
                <a:latin typeface="Aptos" panose="020B0004020202020204" pitchFamily="34" charset="0"/>
              </a:rPr>
            </a:br>
            <a:r>
              <a:rPr lang="en-US" sz="3600" dirty="0">
                <a:solidFill>
                  <a:srgbClr val="3371A5"/>
                </a:solidFill>
                <a:latin typeface="Aptos" panose="020B0004020202020204" pitchFamily="34" charset="0"/>
              </a:rPr>
              <a:t>Fine Tuning, Pruning, Quantizing, Distilling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B0E8C2-D9E0-C178-DF4F-13C95ED14959}"/>
              </a:ext>
            </a:extLst>
          </p:cNvPr>
          <p:cNvSpPr/>
          <p:nvPr/>
        </p:nvSpPr>
        <p:spPr>
          <a:xfrm>
            <a:off x="10527569" y="6528725"/>
            <a:ext cx="170361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sz="1200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06991-4299-E3DE-5DC7-50DDA730C15F}"/>
              </a:ext>
            </a:extLst>
          </p:cNvPr>
          <p:cNvSpPr txBox="1"/>
          <p:nvPr/>
        </p:nvSpPr>
        <p:spPr>
          <a:xfrm>
            <a:off x="430840" y="3771900"/>
            <a:ext cx="45479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Dr. Sreerama K. Murthy</a:t>
            </a:r>
          </a:p>
          <a:p>
            <a:r>
              <a:rPr lang="en-IN" sz="2800" dirty="0"/>
              <a:t>22</a:t>
            </a:r>
            <a:r>
              <a:rPr lang="en-IN" sz="2800" baseline="30000" dirty="0"/>
              <a:t>nd</a:t>
            </a:r>
            <a:r>
              <a:rPr lang="en-IN" sz="2800" dirty="0"/>
              <a:t> April 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AA9C-F705-FC16-E437-9DD34081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Yesterday ...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240E-1C4F-510F-E7A1-53381FA27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lnSpc>
                <a:spcPct val="10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IN" sz="3600" dirty="0"/>
              <a:t>What is the physical architecture of a </a:t>
            </a:r>
            <a:r>
              <a:rPr lang="en-IN" sz="3600" dirty="0">
                <a:solidFill>
                  <a:srgbClr val="0070C0"/>
                </a:solidFill>
              </a:rPr>
              <a:t>Large Language Model</a:t>
            </a:r>
            <a:r>
              <a:rPr lang="en-IN" sz="3600" dirty="0"/>
              <a:t>?</a:t>
            </a:r>
          </a:p>
          <a:p>
            <a:pPr marL="742950" indent="-742950">
              <a:lnSpc>
                <a:spcPct val="10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IN" sz="3600" dirty="0"/>
              <a:t>How is text fed into it? (</a:t>
            </a:r>
            <a:r>
              <a:rPr lang="en-IN" sz="3600" dirty="0">
                <a:solidFill>
                  <a:srgbClr val="0070C0"/>
                </a:solidFill>
              </a:rPr>
              <a:t>embedding</a:t>
            </a:r>
            <a:r>
              <a:rPr lang="en-IN" sz="3600" dirty="0"/>
              <a:t>, encoding)</a:t>
            </a:r>
          </a:p>
          <a:p>
            <a:pPr marL="742950" indent="-742950">
              <a:lnSpc>
                <a:spcPct val="10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IN" sz="3600" dirty="0"/>
              <a:t>What training prepares a transformer into a </a:t>
            </a:r>
            <a:r>
              <a:rPr lang="en-IN" sz="3600" dirty="0">
                <a:solidFill>
                  <a:srgbClr val="0070C0"/>
                </a:solidFill>
              </a:rPr>
              <a:t>foundation model</a:t>
            </a:r>
            <a:r>
              <a:rPr lang="en-IN" sz="3600" dirty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2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8C48-77EA-3DAE-7482-384E7CBA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Today…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9E99-D4BA-06F6-0E63-3F7E9CEA1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Except as public intelligence infrastructure, LLMs are too general-purpose and too big – hence guzzling too much data, compute, energy, funds, etc. Hence..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How to convert foundation models into specialists? (Fine tuning)</a:t>
            </a:r>
          </a:p>
          <a:p>
            <a:pPr lvl="1"/>
            <a:r>
              <a:rPr lang="en-IN" dirty="0"/>
              <a:t>How to fine tune efficiently?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What techniques are available to shrink LLMs into Small LMs, Mini LMs, Micro LMs, Nano LMs?</a:t>
            </a:r>
          </a:p>
          <a:p>
            <a:pPr lvl="1"/>
            <a:r>
              <a:rPr lang="en-IN" dirty="0"/>
              <a:t>Pruning</a:t>
            </a:r>
          </a:p>
          <a:p>
            <a:pPr lvl="1"/>
            <a:r>
              <a:rPr lang="en-IN" dirty="0"/>
              <a:t>Quantization</a:t>
            </a:r>
          </a:p>
          <a:p>
            <a:pPr lvl="1"/>
            <a:r>
              <a:rPr lang="en-IN" dirty="0"/>
              <a:t>Distillation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72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EAE7B5-2B65-9578-5CA5-8692281C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8059"/>
            <a:ext cx="10515600" cy="2852737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3371A5"/>
                </a:solidFill>
                <a:latin typeface="Aptos" panose="020B0004020202020204" pitchFamily="34" charset="0"/>
              </a:rPr>
              <a:t>Fine-Tuning &amp; PEFT</a:t>
            </a:r>
            <a:endParaRPr lang="en-IN" sz="5400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C8113-2F8C-9FBD-F02D-137E4DEF6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6854"/>
            <a:ext cx="10515600" cy="1500187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When prompts aren’t enough… teach the model new behavior</a:t>
            </a:r>
            <a:endParaRPr lang="en-IN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2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-92332"/>
            <a:ext cx="9791729" cy="1178848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US" sz="4800" b="1" spc="-65" dirty="0">
                <a:solidFill>
                  <a:srgbClr val="3371A5"/>
                </a:solidFill>
                <a:latin typeface="Aptos" panose="020B0004020202020204" pitchFamily="34" charset="0"/>
              </a:rPr>
              <a:t>What</a:t>
            </a:r>
            <a:r>
              <a:rPr lang="en-US" sz="4800" b="1" spc="-1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4800" b="1" spc="95" dirty="0">
                <a:solidFill>
                  <a:srgbClr val="3371A5"/>
                </a:solidFill>
                <a:latin typeface="Aptos" panose="020B0004020202020204" pitchFamily="34" charset="0"/>
              </a:rPr>
              <a:t>Is</a:t>
            </a:r>
            <a:r>
              <a:rPr lang="en-US" sz="4800" b="1" spc="-14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48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The</a:t>
            </a:r>
            <a:r>
              <a:rPr lang="en-US" sz="4800" b="1" spc="-12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4800" b="1" spc="-45" dirty="0">
                <a:solidFill>
                  <a:srgbClr val="3371A5"/>
                </a:solidFill>
                <a:latin typeface="Aptos" panose="020B0004020202020204" pitchFamily="34" charset="0"/>
              </a:rPr>
              <a:t>Need</a:t>
            </a:r>
            <a:r>
              <a:rPr lang="en-US" sz="4800" b="1" spc="-15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4800" b="1" spc="-140" dirty="0">
                <a:solidFill>
                  <a:srgbClr val="3371A5"/>
                </a:solidFill>
                <a:latin typeface="Aptos" panose="020B0004020202020204" pitchFamily="34" charset="0"/>
              </a:rPr>
              <a:t>For</a:t>
            </a:r>
            <a:r>
              <a:rPr lang="en-US" sz="4800" b="1" spc="-12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48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Finetuning?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42900" y="1151252"/>
            <a:ext cx="11372850" cy="563872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55" dirty="0">
                <a:latin typeface="Aptos" panose="020B0004020202020204" pitchFamily="34" charset="0"/>
              </a:rPr>
              <a:t>In-</a:t>
            </a:r>
            <a:r>
              <a:rPr sz="3200" spc="50" dirty="0">
                <a:latin typeface="Aptos" panose="020B0004020202020204" pitchFamily="34" charset="0"/>
              </a:rPr>
              <a:t>context</a:t>
            </a:r>
            <a:r>
              <a:rPr sz="3200" spc="-70" dirty="0">
                <a:latin typeface="Aptos" panose="020B0004020202020204" pitchFamily="34" charset="0"/>
              </a:rPr>
              <a:t> </a:t>
            </a:r>
            <a:r>
              <a:rPr sz="3200" spc="50" dirty="0">
                <a:latin typeface="Aptos" panose="020B0004020202020204" pitchFamily="34" charset="0"/>
              </a:rPr>
              <a:t>learning</a:t>
            </a:r>
            <a:r>
              <a:rPr sz="3200" spc="-30" dirty="0">
                <a:latin typeface="Aptos" panose="020B0004020202020204" pitchFamily="34" charset="0"/>
              </a:rPr>
              <a:t> </a:t>
            </a:r>
            <a:r>
              <a:rPr sz="3200" spc="85" dirty="0">
                <a:latin typeface="Aptos" panose="020B0004020202020204" pitchFamily="34" charset="0"/>
              </a:rPr>
              <a:t>may</a:t>
            </a:r>
            <a:r>
              <a:rPr sz="3200" spc="-11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not</a:t>
            </a:r>
            <a:r>
              <a:rPr sz="3200" spc="-70" dirty="0">
                <a:latin typeface="Aptos" panose="020B0004020202020204" pitchFamily="34" charset="0"/>
              </a:rPr>
              <a:t> </a:t>
            </a:r>
            <a:r>
              <a:rPr sz="3200" spc="70" dirty="0">
                <a:latin typeface="Aptos" panose="020B0004020202020204" pitchFamily="34" charset="0"/>
              </a:rPr>
              <a:t>be</a:t>
            </a:r>
            <a:r>
              <a:rPr sz="3200" dirty="0">
                <a:latin typeface="Aptos" panose="020B0004020202020204" pitchFamily="34" charset="0"/>
              </a:rPr>
              <a:t> </a:t>
            </a:r>
            <a:r>
              <a:rPr sz="3200" spc="95" dirty="0">
                <a:latin typeface="Aptos" panose="020B0004020202020204" pitchFamily="34" charset="0"/>
              </a:rPr>
              <a:t>able</a:t>
            </a:r>
            <a:r>
              <a:rPr sz="3200" spc="-8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to</a:t>
            </a:r>
            <a:r>
              <a:rPr sz="3200" spc="-65" dirty="0">
                <a:latin typeface="Aptos" panose="020B0004020202020204" pitchFamily="34" charset="0"/>
              </a:rPr>
              <a:t> </a:t>
            </a:r>
            <a:r>
              <a:rPr sz="3200" spc="100" dirty="0">
                <a:latin typeface="Aptos" panose="020B0004020202020204" pitchFamily="34" charset="0"/>
              </a:rPr>
              <a:t>include</a:t>
            </a:r>
            <a:r>
              <a:rPr sz="3200" spc="-80" dirty="0">
                <a:latin typeface="Aptos" panose="020B0004020202020204" pitchFamily="34" charset="0"/>
              </a:rPr>
              <a:t> </a:t>
            </a:r>
            <a:r>
              <a:rPr sz="3200" spc="65" dirty="0">
                <a:latin typeface="Aptos" panose="020B0004020202020204" pitchFamily="34" charset="0"/>
              </a:rPr>
              <a:t>enough</a:t>
            </a:r>
            <a:r>
              <a:rPr sz="3200" spc="-60" dirty="0">
                <a:latin typeface="Aptos" panose="020B0004020202020204" pitchFamily="34" charset="0"/>
              </a:rPr>
              <a:t> </a:t>
            </a:r>
            <a:r>
              <a:rPr sz="3200" spc="75" dirty="0">
                <a:latin typeface="Aptos" panose="020B0004020202020204" pitchFamily="34" charset="0"/>
              </a:rPr>
              <a:t>data</a:t>
            </a:r>
            <a:r>
              <a:rPr sz="3200" spc="5" dirty="0">
                <a:latin typeface="Aptos" panose="020B0004020202020204" pitchFamily="34" charset="0"/>
              </a:rPr>
              <a:t> </a:t>
            </a:r>
            <a:r>
              <a:rPr sz="3200" spc="145" dirty="0">
                <a:latin typeface="Aptos" panose="020B0004020202020204" pitchFamily="34" charset="0"/>
              </a:rPr>
              <a:t>samples</a:t>
            </a:r>
            <a:r>
              <a:rPr sz="3200" spc="-50" dirty="0">
                <a:latin typeface="Aptos" panose="020B0004020202020204" pitchFamily="34" charset="0"/>
              </a:rPr>
              <a:t> </a:t>
            </a:r>
            <a:r>
              <a:rPr sz="3200" spc="-25" dirty="0">
                <a:latin typeface="Aptos" panose="020B0004020202020204" pitchFamily="34" charset="0"/>
              </a:rPr>
              <a:t>to </a:t>
            </a:r>
            <a:r>
              <a:rPr sz="3200" spc="95" dirty="0">
                <a:latin typeface="Aptos" panose="020B0004020202020204" pitchFamily="34" charset="0"/>
              </a:rPr>
              <a:t>describe</a:t>
            </a:r>
            <a:r>
              <a:rPr sz="3200" spc="15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the</a:t>
            </a:r>
            <a:r>
              <a:rPr sz="3200" spc="-55" dirty="0">
                <a:latin typeface="Aptos" panose="020B0004020202020204" pitchFamily="34" charset="0"/>
              </a:rPr>
              <a:t> </a:t>
            </a:r>
            <a:r>
              <a:rPr sz="3200" spc="70" dirty="0">
                <a:latin typeface="Aptos" panose="020B0004020202020204" pitchFamily="34" charset="0"/>
              </a:rPr>
              <a:t>problem</a:t>
            </a:r>
            <a:r>
              <a:rPr sz="3200" spc="-10" dirty="0">
                <a:latin typeface="Aptos" panose="020B0004020202020204" pitchFamily="34" charset="0"/>
              </a:rPr>
              <a:t> </a:t>
            </a:r>
            <a:r>
              <a:rPr sz="3200" spc="40" dirty="0">
                <a:latin typeface="Aptos" panose="020B0004020202020204" pitchFamily="34" charset="0"/>
              </a:rPr>
              <a:t>well.</a:t>
            </a:r>
            <a:endParaRPr sz="3200" dirty="0">
              <a:latin typeface="Aptos" panose="020B0004020202020204" pitchFamily="34" charset="0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50" dirty="0">
                <a:latin typeface="Aptos" panose="020B0004020202020204" pitchFamily="34" charset="0"/>
              </a:rPr>
              <a:t>In-context</a:t>
            </a:r>
            <a:r>
              <a:rPr sz="3200" spc="-65" dirty="0">
                <a:latin typeface="Aptos" panose="020B0004020202020204" pitchFamily="34" charset="0"/>
              </a:rPr>
              <a:t> </a:t>
            </a:r>
            <a:r>
              <a:rPr sz="3200" spc="50" dirty="0">
                <a:latin typeface="Aptos" panose="020B0004020202020204" pitchFamily="34" charset="0"/>
              </a:rPr>
              <a:t>learning</a:t>
            </a:r>
            <a:r>
              <a:rPr sz="3200" spc="-30" dirty="0">
                <a:latin typeface="Aptos" panose="020B0004020202020204" pitchFamily="34" charset="0"/>
              </a:rPr>
              <a:t> </a:t>
            </a:r>
            <a:r>
              <a:rPr sz="3200" spc="85" dirty="0">
                <a:latin typeface="Aptos" panose="020B0004020202020204" pitchFamily="34" charset="0"/>
              </a:rPr>
              <a:t>may</a:t>
            </a:r>
            <a:r>
              <a:rPr sz="3200" spc="-105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not</a:t>
            </a:r>
            <a:r>
              <a:rPr sz="3200" spc="-6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work</a:t>
            </a:r>
            <a:r>
              <a:rPr sz="3200" spc="-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for</a:t>
            </a:r>
            <a:r>
              <a:rPr sz="3200" spc="-15" dirty="0">
                <a:latin typeface="Aptos" panose="020B0004020202020204" pitchFamily="34" charset="0"/>
              </a:rPr>
              <a:t> </a:t>
            </a:r>
            <a:r>
              <a:rPr sz="3200" spc="90" dirty="0">
                <a:latin typeface="Aptos" panose="020B0004020202020204" pitchFamily="34" charset="0"/>
              </a:rPr>
              <a:t>smaller</a:t>
            </a:r>
            <a:r>
              <a:rPr sz="3200" spc="-15" dirty="0">
                <a:latin typeface="Aptos" panose="020B0004020202020204" pitchFamily="34" charset="0"/>
              </a:rPr>
              <a:t> </a:t>
            </a:r>
            <a:r>
              <a:rPr sz="3200" spc="100" dirty="0">
                <a:latin typeface="Aptos" panose="020B0004020202020204" pitchFamily="34" charset="0"/>
              </a:rPr>
              <a:t>LLMs</a:t>
            </a:r>
            <a:endParaRPr sz="3200" dirty="0">
              <a:latin typeface="Aptos" panose="020B0004020202020204" pitchFamily="34" charset="0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110" dirty="0">
                <a:latin typeface="Aptos" panose="020B0004020202020204" pitchFamily="34" charset="0"/>
              </a:rPr>
              <a:t>Examples</a:t>
            </a:r>
            <a:r>
              <a:rPr sz="3200" spc="-2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take</a:t>
            </a:r>
            <a:r>
              <a:rPr sz="3200" spc="-45" dirty="0">
                <a:latin typeface="Aptos" panose="020B0004020202020204" pitchFamily="34" charset="0"/>
              </a:rPr>
              <a:t> </a:t>
            </a:r>
            <a:r>
              <a:rPr sz="3200" spc="75" dirty="0">
                <a:latin typeface="Aptos" panose="020B0004020202020204" pitchFamily="34" charset="0"/>
              </a:rPr>
              <a:t>up</a:t>
            </a:r>
            <a:r>
              <a:rPr sz="3200" spc="10" dirty="0">
                <a:latin typeface="Aptos" panose="020B0004020202020204" pitchFamily="34" charset="0"/>
              </a:rPr>
              <a:t> </a:t>
            </a:r>
            <a:r>
              <a:rPr sz="3200" spc="155" dirty="0">
                <a:latin typeface="Aptos" panose="020B0004020202020204" pitchFamily="34" charset="0"/>
              </a:rPr>
              <a:t>space</a:t>
            </a:r>
            <a:r>
              <a:rPr sz="3200" spc="-45" dirty="0">
                <a:latin typeface="Aptos" panose="020B0004020202020204" pitchFamily="34" charset="0"/>
              </a:rPr>
              <a:t> </a:t>
            </a:r>
            <a:r>
              <a:rPr sz="3200" spc="75" dirty="0">
                <a:latin typeface="Aptos" panose="020B0004020202020204" pitchFamily="34" charset="0"/>
              </a:rPr>
              <a:t>in</a:t>
            </a:r>
            <a:r>
              <a:rPr sz="3200" spc="-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the</a:t>
            </a:r>
            <a:r>
              <a:rPr sz="3200" spc="-45" dirty="0">
                <a:latin typeface="Aptos" panose="020B0004020202020204" pitchFamily="34" charset="0"/>
              </a:rPr>
              <a:t> </a:t>
            </a:r>
            <a:r>
              <a:rPr sz="3200" spc="50" dirty="0">
                <a:latin typeface="Aptos" panose="020B0004020202020204" pitchFamily="34" charset="0"/>
              </a:rPr>
              <a:t>context</a:t>
            </a:r>
            <a:r>
              <a:rPr sz="3200" spc="-40" dirty="0">
                <a:latin typeface="Aptos" panose="020B0004020202020204" pitchFamily="34" charset="0"/>
              </a:rPr>
              <a:t> </a:t>
            </a:r>
            <a:r>
              <a:rPr sz="3200" spc="-10" dirty="0">
                <a:latin typeface="Aptos" panose="020B0004020202020204" pitchFamily="34" charset="0"/>
              </a:rPr>
              <a:t>window.</a:t>
            </a:r>
            <a:endParaRPr sz="3200" dirty="0">
              <a:latin typeface="Aptos" panose="020B0004020202020204" pitchFamily="34" charset="0"/>
            </a:endParaRPr>
          </a:p>
          <a:p>
            <a:pPr marL="241300" marR="775970" indent="-22923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55" dirty="0">
                <a:latin typeface="Aptos" panose="020B0004020202020204" pitchFamily="34" charset="0"/>
              </a:rPr>
              <a:t>While</a:t>
            </a:r>
            <a:r>
              <a:rPr sz="3200" spc="-55" dirty="0">
                <a:latin typeface="Aptos" panose="020B0004020202020204" pitchFamily="34" charset="0"/>
              </a:rPr>
              <a:t> </a:t>
            </a:r>
            <a:r>
              <a:rPr sz="3200" spc="85" dirty="0">
                <a:latin typeface="Aptos" panose="020B0004020202020204" pitchFamily="34" charset="0"/>
              </a:rPr>
              <a:t>LLM</a:t>
            </a:r>
            <a:r>
              <a:rPr sz="3200" spc="-75" dirty="0">
                <a:latin typeface="Aptos" panose="020B0004020202020204" pitchFamily="34" charset="0"/>
              </a:rPr>
              <a:t> </a:t>
            </a:r>
            <a:r>
              <a:rPr sz="3200" spc="90" dirty="0">
                <a:latin typeface="Aptos" panose="020B0004020202020204" pitchFamily="34" charset="0"/>
              </a:rPr>
              <a:t>may</a:t>
            </a:r>
            <a:r>
              <a:rPr sz="3200" spc="-85" dirty="0">
                <a:latin typeface="Aptos" panose="020B0004020202020204" pitchFamily="34" charset="0"/>
              </a:rPr>
              <a:t> </a:t>
            </a:r>
            <a:r>
              <a:rPr sz="3200" spc="105" dirty="0">
                <a:latin typeface="Aptos" panose="020B0004020202020204" pitchFamily="34" charset="0"/>
              </a:rPr>
              <a:t>be</a:t>
            </a:r>
            <a:r>
              <a:rPr sz="3200" spc="-55" dirty="0">
                <a:latin typeface="Aptos" panose="020B0004020202020204" pitchFamily="34" charset="0"/>
              </a:rPr>
              <a:t> </a:t>
            </a:r>
            <a:r>
              <a:rPr sz="3200" spc="55" dirty="0">
                <a:latin typeface="Aptos" panose="020B0004020202020204" pitchFamily="34" charset="0"/>
              </a:rPr>
              <a:t>good</a:t>
            </a:r>
            <a:r>
              <a:rPr sz="3200" spc="1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with</a:t>
            </a:r>
            <a:r>
              <a:rPr sz="3200" spc="-45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natural</a:t>
            </a:r>
            <a:r>
              <a:rPr sz="3200" spc="-25" dirty="0">
                <a:latin typeface="Aptos" panose="020B0004020202020204" pitchFamily="34" charset="0"/>
              </a:rPr>
              <a:t> </a:t>
            </a:r>
            <a:r>
              <a:rPr sz="3200" spc="75" dirty="0">
                <a:latin typeface="Aptos" panose="020B0004020202020204" pitchFamily="34" charset="0"/>
              </a:rPr>
              <a:t>language</a:t>
            </a:r>
            <a:r>
              <a:rPr sz="3200" spc="25" dirty="0">
                <a:latin typeface="Aptos" panose="020B0004020202020204" pitchFamily="34" charset="0"/>
              </a:rPr>
              <a:t> </a:t>
            </a:r>
            <a:r>
              <a:rPr sz="3200" spc="60" dirty="0">
                <a:latin typeface="Aptos" panose="020B0004020202020204" pitchFamily="34" charset="0"/>
              </a:rPr>
              <a:t>understanding</a:t>
            </a:r>
            <a:r>
              <a:rPr sz="3200" spc="-100" dirty="0">
                <a:latin typeface="Aptos" panose="020B0004020202020204" pitchFamily="34" charset="0"/>
              </a:rPr>
              <a:t> </a:t>
            </a:r>
            <a:r>
              <a:rPr sz="3200" spc="80" dirty="0">
                <a:latin typeface="Aptos" panose="020B0004020202020204" pitchFamily="34" charset="0"/>
              </a:rPr>
              <a:t>and </a:t>
            </a:r>
            <a:r>
              <a:rPr sz="3200" dirty="0">
                <a:latin typeface="Aptos" panose="020B0004020202020204" pitchFamily="34" charset="0"/>
              </a:rPr>
              <a:t>generation,</a:t>
            </a:r>
            <a:r>
              <a:rPr sz="3200" spc="40" dirty="0">
                <a:latin typeface="Aptos" panose="020B0004020202020204" pitchFamily="34" charset="0"/>
              </a:rPr>
              <a:t> </a:t>
            </a:r>
            <a:r>
              <a:rPr sz="3200" spc="95" dirty="0">
                <a:latin typeface="Aptos" panose="020B0004020202020204" pitchFamily="34" charset="0"/>
              </a:rPr>
              <a:t>task</a:t>
            </a:r>
            <a:r>
              <a:rPr sz="3200" spc="40" dirty="0">
                <a:latin typeface="Aptos" panose="020B0004020202020204" pitchFamily="34" charset="0"/>
              </a:rPr>
              <a:t> </a:t>
            </a:r>
            <a:r>
              <a:rPr sz="3200" spc="160" dirty="0">
                <a:latin typeface="Aptos" panose="020B0004020202020204" pitchFamily="34" charset="0"/>
              </a:rPr>
              <a:t>can</a:t>
            </a:r>
            <a:r>
              <a:rPr sz="3200" spc="10" dirty="0">
                <a:latin typeface="Aptos" panose="020B0004020202020204" pitchFamily="34" charset="0"/>
              </a:rPr>
              <a:t> </a:t>
            </a:r>
            <a:r>
              <a:rPr sz="3200" spc="70" dirty="0">
                <a:latin typeface="Aptos" panose="020B0004020202020204" pitchFamily="34" charset="0"/>
              </a:rPr>
              <a:t>be</a:t>
            </a:r>
            <a:r>
              <a:rPr sz="3200" spc="90" dirty="0">
                <a:latin typeface="Aptos" panose="020B0004020202020204" pitchFamily="34" charset="0"/>
              </a:rPr>
              <a:t> </a:t>
            </a:r>
            <a:r>
              <a:rPr sz="3200" spc="95" dirty="0">
                <a:latin typeface="Aptos" panose="020B0004020202020204" pitchFamily="34" charset="0"/>
              </a:rPr>
              <a:t>specific.</a:t>
            </a:r>
            <a:endParaRPr sz="3200" dirty="0">
              <a:latin typeface="Aptos" panose="020B00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35"/>
              </a:spcBef>
              <a:buFont typeface="Courier New"/>
              <a:buChar char="o"/>
              <a:tabLst>
                <a:tab pos="697865" algn="l"/>
              </a:tabLst>
            </a:pPr>
            <a:r>
              <a:rPr sz="3200" spc="85" dirty="0">
                <a:latin typeface="Aptos" panose="020B0004020202020204" pitchFamily="34" charset="0"/>
                <a:cs typeface="Calibri"/>
              </a:rPr>
              <a:t>Conversations</a:t>
            </a:r>
            <a:r>
              <a:rPr lang="en-IN" sz="3200" spc="85" dirty="0">
                <a:latin typeface="Aptos" panose="020B0004020202020204" pitchFamily="34" charset="0"/>
                <a:cs typeface="Calibri"/>
              </a:rPr>
              <a:t>; </a:t>
            </a:r>
            <a:r>
              <a:rPr sz="3200" spc="150" dirty="0">
                <a:latin typeface="Aptos" panose="020B0004020202020204" pitchFamily="34" charset="0"/>
                <a:cs typeface="Calibri"/>
              </a:rPr>
              <a:t>Code</a:t>
            </a:r>
            <a:r>
              <a:rPr sz="320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-10" dirty="0">
                <a:latin typeface="Aptos" panose="020B0004020202020204" pitchFamily="34" charset="0"/>
                <a:cs typeface="Calibri"/>
              </a:rPr>
              <a:t>generation</a:t>
            </a:r>
            <a:r>
              <a:rPr lang="en-IN" sz="3200" spc="-10" dirty="0">
                <a:latin typeface="Aptos" panose="020B0004020202020204" pitchFamily="34" charset="0"/>
                <a:cs typeface="Calibri"/>
              </a:rPr>
              <a:t>; </a:t>
            </a:r>
            <a:r>
              <a:rPr sz="3200" spc="75" dirty="0">
                <a:latin typeface="Aptos" panose="020B0004020202020204" pitchFamily="34" charset="0"/>
                <a:cs typeface="Calibri"/>
              </a:rPr>
              <a:t>Summarization</a:t>
            </a:r>
            <a:r>
              <a:rPr lang="en-IN" sz="3200" spc="75" dirty="0">
                <a:latin typeface="Aptos" panose="020B0004020202020204" pitchFamily="34" charset="0"/>
                <a:cs typeface="Calibri"/>
              </a:rPr>
              <a:t>; </a:t>
            </a:r>
            <a:r>
              <a:rPr sz="3200" spc="80" dirty="0">
                <a:latin typeface="Aptos" panose="020B0004020202020204" pitchFamily="34" charset="0"/>
                <a:cs typeface="Calibri"/>
              </a:rPr>
              <a:t>Sentiment</a:t>
            </a:r>
            <a:r>
              <a:rPr sz="32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105" dirty="0">
                <a:latin typeface="Aptos" panose="020B0004020202020204" pitchFamily="34" charset="0"/>
                <a:cs typeface="Calibri"/>
              </a:rPr>
              <a:t>analysis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55" dirty="0">
                <a:latin typeface="Aptos" panose="020B0004020202020204" pitchFamily="34" charset="0"/>
              </a:rPr>
              <a:t>Finetuned</a:t>
            </a:r>
            <a:r>
              <a:rPr sz="3200" spc="5" dirty="0">
                <a:latin typeface="Aptos" panose="020B0004020202020204" pitchFamily="34" charset="0"/>
              </a:rPr>
              <a:t> </a:t>
            </a:r>
            <a:r>
              <a:rPr sz="3200" spc="135" dirty="0">
                <a:latin typeface="Aptos" panose="020B0004020202020204" pitchFamily="34" charset="0"/>
              </a:rPr>
              <a:t>small</a:t>
            </a:r>
            <a:r>
              <a:rPr sz="3200" spc="-30" dirty="0">
                <a:latin typeface="Aptos" panose="020B0004020202020204" pitchFamily="34" charset="0"/>
              </a:rPr>
              <a:t> </a:t>
            </a:r>
            <a:r>
              <a:rPr sz="3200" spc="75" dirty="0">
                <a:latin typeface="Aptos" panose="020B0004020202020204" pitchFamily="34" charset="0"/>
              </a:rPr>
              <a:t>language</a:t>
            </a:r>
            <a:r>
              <a:rPr sz="3200" spc="-60" dirty="0">
                <a:latin typeface="Aptos" panose="020B0004020202020204" pitchFamily="34" charset="0"/>
              </a:rPr>
              <a:t> </a:t>
            </a:r>
            <a:r>
              <a:rPr sz="3200" spc="120" dirty="0">
                <a:latin typeface="Aptos" panose="020B0004020202020204" pitchFamily="34" charset="0"/>
              </a:rPr>
              <a:t>models</a:t>
            </a:r>
            <a:r>
              <a:rPr sz="3200" spc="-105" dirty="0">
                <a:latin typeface="Aptos" panose="020B0004020202020204" pitchFamily="34" charset="0"/>
              </a:rPr>
              <a:t> </a:t>
            </a:r>
            <a:r>
              <a:rPr sz="3200" spc="85" dirty="0">
                <a:latin typeface="Aptos" panose="020B0004020202020204" pitchFamily="34" charset="0"/>
              </a:rPr>
              <a:t>(SLMs)</a:t>
            </a:r>
            <a:r>
              <a:rPr sz="3200" spc="-45" dirty="0">
                <a:latin typeface="Aptos" panose="020B0004020202020204" pitchFamily="34" charset="0"/>
              </a:rPr>
              <a:t> </a:t>
            </a:r>
            <a:r>
              <a:rPr sz="3200" spc="135" dirty="0">
                <a:latin typeface="Aptos" panose="020B0004020202020204" pitchFamily="34" charset="0"/>
              </a:rPr>
              <a:t>can</a:t>
            </a:r>
            <a:r>
              <a:rPr sz="3200" spc="3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perform</a:t>
            </a:r>
            <a:r>
              <a:rPr sz="3200" spc="-9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very</a:t>
            </a:r>
            <a:r>
              <a:rPr sz="3200" spc="-10" dirty="0">
                <a:latin typeface="Aptos" panose="020B0004020202020204" pitchFamily="34" charset="0"/>
              </a:rPr>
              <a:t> </a:t>
            </a:r>
            <a:r>
              <a:rPr sz="3200" spc="35" dirty="0">
                <a:latin typeface="Aptos" panose="020B0004020202020204" pitchFamily="34" charset="0"/>
              </a:rPr>
              <a:t>well.</a:t>
            </a:r>
            <a:endParaRPr sz="3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20590A-8FAD-1F97-8B22-D5423C3EE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815"/>
            <a:ext cx="10515600" cy="715005"/>
          </a:xfrm>
        </p:spPr>
        <p:txBody>
          <a:bodyPr anchor="ctr">
            <a:normAutofit/>
          </a:bodyPr>
          <a:lstStyle/>
          <a:p>
            <a:r>
              <a:rPr lang="en-IN" sz="3600" b="1" dirty="0">
                <a:solidFill>
                  <a:srgbClr val="3371A5"/>
                </a:solidFill>
                <a:latin typeface="Aptos" panose="020B0004020202020204" pitchFamily="34" charset="0"/>
              </a:rPr>
              <a:t>Why Fine-tune An LLM?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9573FA-85BB-7893-76F8-68AB72734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1470" y="1097280"/>
            <a:ext cx="11022330" cy="517969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Prompting = surface-level control</a:t>
            </a:r>
          </a:p>
          <a:p>
            <a:pPr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Fine-tuning = embed knowledge or style into the model</a:t>
            </a:r>
            <a:endParaRPr lang="en-US" altLang="en-US" sz="3200" dirty="0">
              <a:latin typeface="Aptos" panose="020B00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dirty="0">
                <a:latin typeface="Aptos" panose="020B0004020202020204" pitchFamily="34" charset="0"/>
              </a:rPr>
              <a:t> Prompting (temporary fix) vs Fine-Tuning (permanent learning)</a:t>
            </a:r>
          </a:p>
          <a:p>
            <a:pPr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dirty="0">
                <a:latin typeface="Aptos" panose="020B0004020202020204" pitchFamily="34" charset="0"/>
              </a:rPr>
              <a:t>Start with prompting.</a:t>
            </a:r>
            <a:br>
              <a:rPr lang="en-US" sz="3200" i="1" dirty="0">
                <a:latin typeface="Aptos" panose="020B0004020202020204" pitchFamily="34" charset="0"/>
              </a:rPr>
            </a:br>
            <a:r>
              <a:rPr lang="en-US" sz="3200" i="1" dirty="0">
                <a:latin typeface="Aptos" panose="020B0004020202020204" pitchFamily="34" charset="0"/>
              </a:rPr>
              <a:t>Use RAG if the model needs </a:t>
            </a:r>
            <a:r>
              <a:rPr lang="en-US" sz="3200" b="1" i="1" dirty="0">
                <a:latin typeface="Aptos" panose="020B0004020202020204" pitchFamily="34" charset="0"/>
              </a:rPr>
              <a:t>external knowledge</a:t>
            </a:r>
            <a:r>
              <a:rPr lang="en-US" sz="3200" i="1" dirty="0">
                <a:latin typeface="Aptos" panose="020B0004020202020204" pitchFamily="34" charset="0"/>
              </a:rPr>
              <a:t>.</a:t>
            </a:r>
            <a:br>
              <a:rPr lang="en-US" sz="3200" i="1" dirty="0">
                <a:latin typeface="Aptos" panose="020B0004020202020204" pitchFamily="34" charset="0"/>
              </a:rPr>
            </a:br>
            <a:r>
              <a:rPr lang="en-US" sz="3200" i="1" dirty="0">
                <a:latin typeface="Aptos" panose="020B0004020202020204" pitchFamily="34" charset="0"/>
              </a:rPr>
              <a:t>Use fine-tuning when the model itself needs to change how it behaves.</a:t>
            </a:r>
          </a:p>
        </p:txBody>
      </p:sp>
    </p:spTree>
    <p:extLst>
      <p:ext uri="{BB962C8B-B14F-4D97-AF65-F5344CB8AC3E}">
        <p14:creationId xmlns:p14="http://schemas.microsoft.com/office/powerpoint/2010/main" val="326175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700" y="599675"/>
            <a:ext cx="9746073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60" dirty="0">
                <a:solidFill>
                  <a:srgbClr val="3371A5"/>
                </a:solidFill>
                <a:latin typeface="Aptos" panose="020B0004020202020204" pitchFamily="34" charset="0"/>
              </a:rPr>
              <a:t>LLM</a:t>
            </a:r>
            <a:r>
              <a:rPr sz="3600" b="1" spc="-114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10" dirty="0">
                <a:solidFill>
                  <a:srgbClr val="3371A5"/>
                </a:solidFill>
                <a:latin typeface="Aptos" panose="020B0004020202020204" pitchFamily="34" charset="0"/>
              </a:rPr>
              <a:t>finetuning</a:t>
            </a:r>
            <a:r>
              <a:rPr sz="3600" b="1" spc="-8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(high-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level)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62675" y="2508885"/>
            <a:ext cx="2466975" cy="1809750"/>
            <a:chOff x="6162675" y="2543175"/>
            <a:chExt cx="2466975" cy="1809750"/>
          </a:xfrm>
        </p:grpSpPr>
        <p:sp>
          <p:nvSpPr>
            <p:cNvPr id="4" name="object 4"/>
            <p:cNvSpPr/>
            <p:nvPr/>
          </p:nvSpPr>
          <p:spPr>
            <a:xfrm>
              <a:off x="6172200" y="2552700"/>
              <a:ext cx="2447925" cy="1790700"/>
            </a:xfrm>
            <a:custGeom>
              <a:avLst/>
              <a:gdLst/>
              <a:ahLst/>
              <a:cxnLst/>
              <a:rect l="l" t="t" r="r" b="b"/>
              <a:pathLst>
                <a:path w="2447925" h="1790700">
                  <a:moveTo>
                    <a:pt x="2149475" y="0"/>
                  </a:moveTo>
                  <a:lnTo>
                    <a:pt x="298450" y="0"/>
                  </a:lnTo>
                  <a:lnTo>
                    <a:pt x="250035" y="3905"/>
                  </a:lnTo>
                  <a:lnTo>
                    <a:pt x="204110" y="15213"/>
                  </a:lnTo>
                  <a:lnTo>
                    <a:pt x="161287" y="33309"/>
                  </a:lnTo>
                  <a:lnTo>
                    <a:pt x="122182" y="57578"/>
                  </a:lnTo>
                  <a:lnTo>
                    <a:pt x="87407" y="87407"/>
                  </a:lnTo>
                  <a:lnTo>
                    <a:pt x="57578" y="122182"/>
                  </a:lnTo>
                  <a:lnTo>
                    <a:pt x="33309" y="161287"/>
                  </a:lnTo>
                  <a:lnTo>
                    <a:pt x="15213" y="204110"/>
                  </a:lnTo>
                  <a:lnTo>
                    <a:pt x="3905" y="250035"/>
                  </a:lnTo>
                  <a:lnTo>
                    <a:pt x="0" y="298450"/>
                  </a:lnTo>
                  <a:lnTo>
                    <a:pt x="0" y="1492250"/>
                  </a:lnTo>
                  <a:lnTo>
                    <a:pt x="3905" y="1540664"/>
                  </a:lnTo>
                  <a:lnTo>
                    <a:pt x="15213" y="1586589"/>
                  </a:lnTo>
                  <a:lnTo>
                    <a:pt x="33309" y="1629412"/>
                  </a:lnTo>
                  <a:lnTo>
                    <a:pt x="57578" y="1668517"/>
                  </a:lnTo>
                  <a:lnTo>
                    <a:pt x="87407" y="1703292"/>
                  </a:lnTo>
                  <a:lnTo>
                    <a:pt x="122182" y="1733121"/>
                  </a:lnTo>
                  <a:lnTo>
                    <a:pt x="161287" y="1757390"/>
                  </a:lnTo>
                  <a:lnTo>
                    <a:pt x="204110" y="1775486"/>
                  </a:lnTo>
                  <a:lnTo>
                    <a:pt x="250035" y="1786794"/>
                  </a:lnTo>
                  <a:lnTo>
                    <a:pt x="298450" y="1790700"/>
                  </a:lnTo>
                  <a:lnTo>
                    <a:pt x="2149475" y="1790700"/>
                  </a:lnTo>
                  <a:lnTo>
                    <a:pt x="2197889" y="1786794"/>
                  </a:lnTo>
                  <a:lnTo>
                    <a:pt x="2243814" y="1775486"/>
                  </a:lnTo>
                  <a:lnTo>
                    <a:pt x="2286637" y="1757390"/>
                  </a:lnTo>
                  <a:lnTo>
                    <a:pt x="2325742" y="1733121"/>
                  </a:lnTo>
                  <a:lnTo>
                    <a:pt x="2360517" y="1703292"/>
                  </a:lnTo>
                  <a:lnTo>
                    <a:pt x="2390346" y="1668517"/>
                  </a:lnTo>
                  <a:lnTo>
                    <a:pt x="2414615" y="1629412"/>
                  </a:lnTo>
                  <a:lnTo>
                    <a:pt x="2432711" y="1586589"/>
                  </a:lnTo>
                  <a:lnTo>
                    <a:pt x="2444019" y="1540664"/>
                  </a:lnTo>
                  <a:lnTo>
                    <a:pt x="2447925" y="1492250"/>
                  </a:lnTo>
                  <a:lnTo>
                    <a:pt x="2447925" y="298450"/>
                  </a:lnTo>
                  <a:lnTo>
                    <a:pt x="2444019" y="250035"/>
                  </a:lnTo>
                  <a:lnTo>
                    <a:pt x="2432711" y="204110"/>
                  </a:lnTo>
                  <a:lnTo>
                    <a:pt x="2414615" y="161287"/>
                  </a:lnTo>
                  <a:lnTo>
                    <a:pt x="2390346" y="122182"/>
                  </a:lnTo>
                  <a:lnTo>
                    <a:pt x="2360517" y="87407"/>
                  </a:lnTo>
                  <a:lnTo>
                    <a:pt x="2325742" y="57578"/>
                  </a:lnTo>
                  <a:lnTo>
                    <a:pt x="2286637" y="33309"/>
                  </a:lnTo>
                  <a:lnTo>
                    <a:pt x="2243814" y="15213"/>
                  </a:lnTo>
                  <a:lnTo>
                    <a:pt x="2197889" y="3905"/>
                  </a:lnTo>
                  <a:lnTo>
                    <a:pt x="214947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 sz="3600"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172200" y="2552700"/>
              <a:ext cx="2447925" cy="1790700"/>
            </a:xfrm>
            <a:custGeom>
              <a:avLst/>
              <a:gdLst/>
              <a:ahLst/>
              <a:cxnLst/>
              <a:rect l="l" t="t" r="r" b="b"/>
              <a:pathLst>
                <a:path w="2447925" h="1790700">
                  <a:moveTo>
                    <a:pt x="0" y="298450"/>
                  </a:moveTo>
                  <a:lnTo>
                    <a:pt x="3905" y="250035"/>
                  </a:lnTo>
                  <a:lnTo>
                    <a:pt x="15213" y="204110"/>
                  </a:lnTo>
                  <a:lnTo>
                    <a:pt x="33309" y="161287"/>
                  </a:lnTo>
                  <a:lnTo>
                    <a:pt x="57578" y="122182"/>
                  </a:lnTo>
                  <a:lnTo>
                    <a:pt x="87407" y="87407"/>
                  </a:lnTo>
                  <a:lnTo>
                    <a:pt x="122182" y="57578"/>
                  </a:lnTo>
                  <a:lnTo>
                    <a:pt x="161287" y="33309"/>
                  </a:lnTo>
                  <a:lnTo>
                    <a:pt x="204110" y="15213"/>
                  </a:lnTo>
                  <a:lnTo>
                    <a:pt x="250035" y="3905"/>
                  </a:lnTo>
                  <a:lnTo>
                    <a:pt x="298450" y="0"/>
                  </a:lnTo>
                  <a:lnTo>
                    <a:pt x="2149475" y="0"/>
                  </a:lnTo>
                  <a:lnTo>
                    <a:pt x="2197889" y="3905"/>
                  </a:lnTo>
                  <a:lnTo>
                    <a:pt x="2243814" y="15213"/>
                  </a:lnTo>
                  <a:lnTo>
                    <a:pt x="2286637" y="33309"/>
                  </a:lnTo>
                  <a:lnTo>
                    <a:pt x="2325742" y="57578"/>
                  </a:lnTo>
                  <a:lnTo>
                    <a:pt x="2360517" y="87407"/>
                  </a:lnTo>
                  <a:lnTo>
                    <a:pt x="2390346" y="122182"/>
                  </a:lnTo>
                  <a:lnTo>
                    <a:pt x="2414615" y="161287"/>
                  </a:lnTo>
                  <a:lnTo>
                    <a:pt x="2432711" y="204110"/>
                  </a:lnTo>
                  <a:lnTo>
                    <a:pt x="2444019" y="250035"/>
                  </a:lnTo>
                  <a:lnTo>
                    <a:pt x="2447925" y="298450"/>
                  </a:lnTo>
                  <a:lnTo>
                    <a:pt x="2447925" y="1492250"/>
                  </a:lnTo>
                  <a:lnTo>
                    <a:pt x="2444019" y="1540664"/>
                  </a:lnTo>
                  <a:lnTo>
                    <a:pt x="2432711" y="1586589"/>
                  </a:lnTo>
                  <a:lnTo>
                    <a:pt x="2414615" y="1629412"/>
                  </a:lnTo>
                  <a:lnTo>
                    <a:pt x="2390346" y="1668517"/>
                  </a:lnTo>
                  <a:lnTo>
                    <a:pt x="2360517" y="1703292"/>
                  </a:lnTo>
                  <a:lnTo>
                    <a:pt x="2325742" y="1733121"/>
                  </a:lnTo>
                  <a:lnTo>
                    <a:pt x="2286637" y="1757390"/>
                  </a:lnTo>
                  <a:lnTo>
                    <a:pt x="2243814" y="1775486"/>
                  </a:lnTo>
                  <a:lnTo>
                    <a:pt x="2197889" y="1786794"/>
                  </a:lnTo>
                  <a:lnTo>
                    <a:pt x="2149475" y="1790700"/>
                  </a:lnTo>
                  <a:lnTo>
                    <a:pt x="298450" y="1790700"/>
                  </a:lnTo>
                  <a:lnTo>
                    <a:pt x="250035" y="1786794"/>
                  </a:lnTo>
                  <a:lnTo>
                    <a:pt x="204110" y="1775486"/>
                  </a:lnTo>
                  <a:lnTo>
                    <a:pt x="161287" y="1757390"/>
                  </a:lnTo>
                  <a:lnTo>
                    <a:pt x="122182" y="1733121"/>
                  </a:lnTo>
                  <a:lnTo>
                    <a:pt x="87407" y="1703292"/>
                  </a:lnTo>
                  <a:lnTo>
                    <a:pt x="57578" y="1668517"/>
                  </a:lnTo>
                  <a:lnTo>
                    <a:pt x="33309" y="1629412"/>
                  </a:lnTo>
                  <a:lnTo>
                    <a:pt x="15213" y="1586589"/>
                  </a:lnTo>
                  <a:lnTo>
                    <a:pt x="3905" y="1540664"/>
                  </a:lnTo>
                  <a:lnTo>
                    <a:pt x="0" y="1492250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 sz="3600"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72200" y="3147123"/>
            <a:ext cx="2476627" cy="43678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3535">
              <a:lnSpc>
                <a:spcPct val="100800"/>
              </a:lnSpc>
              <a:spcBef>
                <a:spcPts val="85"/>
              </a:spcBef>
            </a:pPr>
            <a:r>
              <a:rPr sz="2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Pre-</a:t>
            </a:r>
            <a:r>
              <a:rPr sz="2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trained </a:t>
            </a:r>
            <a:r>
              <a:rPr sz="2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28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2972" y="2484285"/>
            <a:ext cx="2514600" cy="1673022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lang="en-US" dirty="0">
              <a:latin typeface="Aptos" panose="020B0004020202020204" pitchFamily="34" charset="0"/>
              <a:cs typeface="Times New Roman"/>
            </a:endParaRPr>
          </a:p>
          <a:p>
            <a:pPr marL="228600" marR="615315" indent="-12700">
              <a:lnSpc>
                <a:spcPct val="100800"/>
              </a:lnSpc>
            </a:pPr>
            <a:r>
              <a:rPr lang="en-US" dirty="0">
                <a:latin typeface="Aptos" panose="020B0004020202020204" pitchFamily="34" charset="0"/>
                <a:cs typeface="Calibri"/>
              </a:rPr>
              <a:t>Training</a:t>
            </a:r>
            <a:r>
              <a:rPr lang="en-US" spc="-40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30" dirty="0">
                <a:latin typeface="Aptos" panose="020B0004020202020204" pitchFamily="34" charset="0"/>
                <a:cs typeface="Calibri"/>
              </a:rPr>
              <a:t>data </a:t>
            </a:r>
            <a:r>
              <a:rPr lang="en-US" spc="65" dirty="0">
                <a:latin typeface="Aptos" panose="020B0004020202020204" pitchFamily="34" charset="0"/>
                <a:cs typeface="Calibri"/>
              </a:rPr>
              <a:t>(GB</a:t>
            </a:r>
            <a:r>
              <a:rPr lang="en-US" spc="-4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60" dirty="0">
                <a:latin typeface="Aptos" panose="020B0004020202020204" pitchFamily="34" charset="0"/>
                <a:cs typeface="Calibri"/>
              </a:rPr>
              <a:t>-</a:t>
            </a:r>
            <a:r>
              <a:rPr lang="en-US" spc="-4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60" dirty="0">
                <a:latin typeface="Aptos" panose="020B0004020202020204" pitchFamily="34" charset="0"/>
                <a:cs typeface="Calibri"/>
              </a:rPr>
              <a:t>TB</a:t>
            </a:r>
            <a:r>
              <a:rPr lang="en-US" spc="-7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60" dirty="0">
                <a:latin typeface="Aptos" panose="020B0004020202020204" pitchFamily="34" charset="0"/>
                <a:cs typeface="Calibri"/>
              </a:rPr>
              <a:t>–</a:t>
            </a:r>
            <a:r>
              <a:rPr lang="en-US" spc="-4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95" dirty="0">
                <a:latin typeface="Aptos" panose="020B0004020202020204" pitchFamily="34" charset="0"/>
                <a:cs typeface="Calibri"/>
              </a:rPr>
              <a:t>PB </a:t>
            </a:r>
            <a:r>
              <a:rPr lang="en-US" dirty="0">
                <a:latin typeface="Aptos" panose="020B0004020202020204" pitchFamily="34" charset="0"/>
                <a:cs typeface="Calibri"/>
              </a:rPr>
              <a:t>of</a:t>
            </a:r>
            <a:r>
              <a:rPr lang="en-US" spc="-50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-10" dirty="0">
                <a:latin typeface="Aptos" panose="020B0004020202020204" pitchFamily="34" charset="0"/>
                <a:cs typeface="Calibri"/>
              </a:rPr>
              <a:t>unstructured </a:t>
            </a:r>
            <a:r>
              <a:rPr lang="en-US" dirty="0">
                <a:latin typeface="Aptos" panose="020B0004020202020204" pitchFamily="34" charset="0"/>
                <a:cs typeface="Calibri"/>
              </a:rPr>
              <a:t>textual</a:t>
            </a:r>
            <a:r>
              <a:rPr lang="en-US" spc="15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pc="-20" dirty="0">
                <a:latin typeface="Aptos" panose="020B0004020202020204" pitchFamily="34" charset="0"/>
                <a:cs typeface="Calibri"/>
              </a:rPr>
              <a:t>data)</a:t>
            </a:r>
            <a:endParaRPr lang="en-US" dirty="0">
              <a:latin typeface="Aptos" panose="020B0004020202020204" pitchFamily="34" charset="0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Aptos" panose="020B0004020202020204" pitchFamily="34" charset="0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57572" y="3320796"/>
            <a:ext cx="1685925" cy="76200"/>
          </a:xfrm>
          <a:custGeom>
            <a:avLst/>
            <a:gdLst/>
            <a:ahLst/>
            <a:cxnLst/>
            <a:rect l="l" t="t" r="r" b="b"/>
            <a:pathLst>
              <a:path w="1685925" h="76200">
                <a:moveTo>
                  <a:pt x="1609725" y="0"/>
                </a:moveTo>
                <a:lnTo>
                  <a:pt x="1609089" y="76200"/>
                </a:lnTo>
                <a:lnTo>
                  <a:pt x="1667340" y="47751"/>
                </a:lnTo>
                <a:lnTo>
                  <a:pt x="1622043" y="47751"/>
                </a:lnTo>
                <a:lnTo>
                  <a:pt x="1622148" y="32003"/>
                </a:lnTo>
                <a:lnTo>
                  <a:pt x="1622171" y="28701"/>
                </a:lnTo>
                <a:lnTo>
                  <a:pt x="1665722" y="28701"/>
                </a:lnTo>
                <a:lnTo>
                  <a:pt x="1609725" y="0"/>
                </a:lnTo>
                <a:close/>
              </a:path>
              <a:path w="1685925" h="76200">
                <a:moveTo>
                  <a:pt x="253" y="12953"/>
                </a:moveTo>
                <a:lnTo>
                  <a:pt x="44" y="28701"/>
                </a:lnTo>
                <a:lnTo>
                  <a:pt x="0" y="32003"/>
                </a:lnTo>
                <a:lnTo>
                  <a:pt x="1622043" y="47751"/>
                </a:lnTo>
                <a:lnTo>
                  <a:pt x="1609327" y="47751"/>
                </a:lnTo>
                <a:lnTo>
                  <a:pt x="1609401" y="38862"/>
                </a:lnTo>
                <a:lnTo>
                  <a:pt x="1609485" y="28701"/>
                </a:lnTo>
                <a:lnTo>
                  <a:pt x="1622171" y="28701"/>
                </a:lnTo>
                <a:lnTo>
                  <a:pt x="253" y="12953"/>
                </a:lnTo>
                <a:close/>
              </a:path>
              <a:path w="1685925" h="76200">
                <a:moveTo>
                  <a:pt x="1665722" y="28701"/>
                </a:moveTo>
                <a:lnTo>
                  <a:pt x="1622171" y="28701"/>
                </a:lnTo>
                <a:lnTo>
                  <a:pt x="1622148" y="32003"/>
                </a:lnTo>
                <a:lnTo>
                  <a:pt x="1622043" y="47751"/>
                </a:lnTo>
                <a:lnTo>
                  <a:pt x="1667340" y="47751"/>
                </a:lnTo>
                <a:lnTo>
                  <a:pt x="1685543" y="38862"/>
                </a:lnTo>
                <a:lnTo>
                  <a:pt x="1665722" y="28701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9485" y="3583909"/>
            <a:ext cx="16275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70" dirty="0">
                <a:latin typeface="Aptos" panose="020B0004020202020204" pitchFamily="34" charset="0"/>
                <a:cs typeface="Calibri"/>
              </a:rPr>
              <a:t>LLM</a:t>
            </a:r>
            <a:r>
              <a:rPr sz="1800" b="1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800" b="1" spc="40" dirty="0">
                <a:latin typeface="Aptos" panose="020B0004020202020204" pitchFamily="34" charset="0"/>
                <a:cs typeface="Calibri"/>
              </a:rPr>
              <a:t>pretraining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181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568" y="977595"/>
            <a:ext cx="7606993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600" b="1" spc="60" dirty="0">
                <a:solidFill>
                  <a:srgbClr val="3371A5"/>
                </a:solidFill>
                <a:latin typeface="Aptos" panose="020B0004020202020204" pitchFamily="34" charset="0"/>
              </a:rPr>
              <a:t>LLM</a:t>
            </a:r>
            <a:r>
              <a:rPr lang="en-IN" sz="3600" b="1" spc="-114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IN" sz="3600" b="1" spc="-110" dirty="0">
                <a:solidFill>
                  <a:srgbClr val="3371A5"/>
                </a:solidFill>
                <a:latin typeface="Aptos" panose="020B0004020202020204" pitchFamily="34" charset="0"/>
              </a:rPr>
              <a:t>Finetuning</a:t>
            </a:r>
            <a:r>
              <a:rPr lang="en-IN" sz="3600" b="1" spc="-8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IN"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(contd.</a:t>
            </a:r>
            <a:r>
              <a:rPr lang="en-IN"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0" y="3033718"/>
            <a:ext cx="2476500" cy="1819275"/>
            <a:chOff x="8286750" y="2647950"/>
            <a:chExt cx="2476500" cy="1819275"/>
          </a:xfrm>
        </p:grpSpPr>
        <p:sp>
          <p:nvSpPr>
            <p:cNvPr id="4" name="object 4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2157349" y="0"/>
                  </a:moveTo>
                  <a:lnTo>
                    <a:pt x="300100" y="0"/>
                  </a:ln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0" y="1500124"/>
                  </a:lnTo>
                  <a:lnTo>
                    <a:pt x="3927" y="1548800"/>
                  </a:lnTo>
                  <a:lnTo>
                    <a:pt x="15299" y="1594976"/>
                  </a:lnTo>
                  <a:lnTo>
                    <a:pt x="33497" y="1638034"/>
                  </a:lnTo>
                  <a:lnTo>
                    <a:pt x="57903" y="1677357"/>
                  </a:lnTo>
                  <a:lnTo>
                    <a:pt x="87899" y="1712325"/>
                  </a:lnTo>
                  <a:lnTo>
                    <a:pt x="122867" y="1742321"/>
                  </a:lnTo>
                  <a:lnTo>
                    <a:pt x="162190" y="1766727"/>
                  </a:lnTo>
                  <a:lnTo>
                    <a:pt x="205248" y="1784925"/>
                  </a:lnTo>
                  <a:lnTo>
                    <a:pt x="251424" y="1796297"/>
                  </a:lnTo>
                  <a:lnTo>
                    <a:pt x="300100" y="1800225"/>
                  </a:lnTo>
                  <a:lnTo>
                    <a:pt x="2157349" y="1800225"/>
                  </a:lnTo>
                  <a:lnTo>
                    <a:pt x="2206025" y="1796297"/>
                  </a:lnTo>
                  <a:lnTo>
                    <a:pt x="2252201" y="1784925"/>
                  </a:lnTo>
                  <a:lnTo>
                    <a:pt x="2295259" y="1766727"/>
                  </a:lnTo>
                  <a:lnTo>
                    <a:pt x="2334582" y="1742321"/>
                  </a:lnTo>
                  <a:lnTo>
                    <a:pt x="2369550" y="1712325"/>
                  </a:lnTo>
                  <a:lnTo>
                    <a:pt x="2399546" y="1677357"/>
                  </a:lnTo>
                  <a:lnTo>
                    <a:pt x="2423952" y="1638034"/>
                  </a:lnTo>
                  <a:lnTo>
                    <a:pt x="2442150" y="1594976"/>
                  </a:lnTo>
                  <a:lnTo>
                    <a:pt x="2453522" y="1548800"/>
                  </a:lnTo>
                  <a:lnTo>
                    <a:pt x="2457450" y="1500124"/>
                  </a:lnTo>
                  <a:lnTo>
                    <a:pt x="2457450" y="300100"/>
                  </a:lnTo>
                  <a:lnTo>
                    <a:pt x="2453522" y="251424"/>
                  </a:lnTo>
                  <a:lnTo>
                    <a:pt x="2442150" y="205248"/>
                  </a:lnTo>
                  <a:lnTo>
                    <a:pt x="2423952" y="162190"/>
                  </a:lnTo>
                  <a:lnTo>
                    <a:pt x="2399546" y="122867"/>
                  </a:lnTo>
                  <a:lnTo>
                    <a:pt x="2369550" y="87899"/>
                  </a:lnTo>
                  <a:lnTo>
                    <a:pt x="2334582" y="57903"/>
                  </a:lnTo>
                  <a:lnTo>
                    <a:pt x="2295259" y="33497"/>
                  </a:lnTo>
                  <a:lnTo>
                    <a:pt x="2252201" y="15299"/>
                  </a:lnTo>
                  <a:lnTo>
                    <a:pt x="2206025" y="3927"/>
                  </a:lnTo>
                  <a:lnTo>
                    <a:pt x="215734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0" y="300100"/>
                  </a:moveTo>
                  <a:lnTo>
                    <a:pt x="3927" y="251424"/>
                  </a:lnTo>
                  <a:lnTo>
                    <a:pt x="15299" y="205248"/>
                  </a:lnTo>
                  <a:lnTo>
                    <a:pt x="33497" y="162190"/>
                  </a:lnTo>
                  <a:lnTo>
                    <a:pt x="57903" y="122867"/>
                  </a:lnTo>
                  <a:lnTo>
                    <a:pt x="87899" y="87899"/>
                  </a:lnTo>
                  <a:lnTo>
                    <a:pt x="122867" y="57903"/>
                  </a:lnTo>
                  <a:lnTo>
                    <a:pt x="162190" y="33497"/>
                  </a:lnTo>
                  <a:lnTo>
                    <a:pt x="205248" y="15299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2157349" y="0"/>
                  </a:lnTo>
                  <a:lnTo>
                    <a:pt x="2206025" y="3927"/>
                  </a:lnTo>
                  <a:lnTo>
                    <a:pt x="2252201" y="15299"/>
                  </a:lnTo>
                  <a:lnTo>
                    <a:pt x="2295259" y="33497"/>
                  </a:lnTo>
                  <a:lnTo>
                    <a:pt x="2334582" y="57903"/>
                  </a:lnTo>
                  <a:lnTo>
                    <a:pt x="2369550" y="87899"/>
                  </a:lnTo>
                  <a:lnTo>
                    <a:pt x="2399546" y="122867"/>
                  </a:lnTo>
                  <a:lnTo>
                    <a:pt x="2423952" y="162190"/>
                  </a:lnTo>
                  <a:lnTo>
                    <a:pt x="2442150" y="205248"/>
                  </a:lnTo>
                  <a:lnTo>
                    <a:pt x="2453522" y="251424"/>
                  </a:lnTo>
                  <a:lnTo>
                    <a:pt x="2457450" y="300100"/>
                  </a:lnTo>
                  <a:lnTo>
                    <a:pt x="2457450" y="1500124"/>
                  </a:lnTo>
                  <a:lnTo>
                    <a:pt x="2453522" y="1548800"/>
                  </a:lnTo>
                  <a:lnTo>
                    <a:pt x="2442150" y="1594976"/>
                  </a:lnTo>
                  <a:lnTo>
                    <a:pt x="2423952" y="1638034"/>
                  </a:lnTo>
                  <a:lnTo>
                    <a:pt x="2399546" y="1677357"/>
                  </a:lnTo>
                  <a:lnTo>
                    <a:pt x="2369550" y="1712325"/>
                  </a:lnTo>
                  <a:lnTo>
                    <a:pt x="2334582" y="1742321"/>
                  </a:lnTo>
                  <a:lnTo>
                    <a:pt x="2295259" y="1766727"/>
                  </a:lnTo>
                  <a:lnTo>
                    <a:pt x="2252201" y="1784925"/>
                  </a:lnTo>
                  <a:lnTo>
                    <a:pt x="2206025" y="1796297"/>
                  </a:lnTo>
                  <a:lnTo>
                    <a:pt x="2157349" y="1800225"/>
                  </a:lnTo>
                  <a:lnTo>
                    <a:pt x="300100" y="1800225"/>
                  </a:lnTo>
                  <a:lnTo>
                    <a:pt x="251424" y="1796297"/>
                  </a:lnTo>
                  <a:lnTo>
                    <a:pt x="205248" y="1784925"/>
                  </a:lnTo>
                  <a:lnTo>
                    <a:pt x="162190" y="1766727"/>
                  </a:lnTo>
                  <a:lnTo>
                    <a:pt x="122867" y="1742321"/>
                  </a:lnTo>
                  <a:lnTo>
                    <a:pt x="87899" y="1712325"/>
                  </a:lnTo>
                  <a:lnTo>
                    <a:pt x="57903" y="1677357"/>
                  </a:lnTo>
                  <a:lnTo>
                    <a:pt x="33497" y="1638034"/>
                  </a:lnTo>
                  <a:lnTo>
                    <a:pt x="15299" y="1594976"/>
                  </a:lnTo>
                  <a:lnTo>
                    <a:pt x="3927" y="1548800"/>
                  </a:lnTo>
                  <a:lnTo>
                    <a:pt x="0" y="1500124"/>
                  </a:lnTo>
                  <a:lnTo>
                    <a:pt x="0" y="3001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82964" y="3641730"/>
            <a:ext cx="1097280" cy="56380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43535" marR="5080" indent="-33147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Fine-</a:t>
            </a:r>
            <a:r>
              <a:rPr sz="1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tuned </a:t>
            </a:r>
            <a:r>
              <a:rPr sz="1800" spc="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8675" y="2271718"/>
            <a:ext cx="2524125" cy="2993127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Aptos" panose="020B0004020202020204" pitchFamily="34" charset="0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Aptos" panose="020B0004020202020204" pitchFamily="34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800" dirty="0">
              <a:latin typeface="Aptos" panose="020B0004020202020204" pitchFamily="34" charset="0"/>
              <a:cs typeface="Times New Roman"/>
            </a:endParaRPr>
          </a:p>
          <a:p>
            <a:pPr marL="178435" marR="161290" algn="just">
              <a:lnSpc>
                <a:spcPct val="100000"/>
              </a:lnSpc>
            </a:pPr>
            <a:r>
              <a:rPr sz="1800" spc="-20" dirty="0">
                <a:latin typeface="Aptos" panose="020B0004020202020204" pitchFamily="34" charset="0"/>
                <a:cs typeface="Calibri"/>
              </a:rPr>
              <a:t>[Text,</a:t>
            </a:r>
            <a:r>
              <a:rPr sz="1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label/response],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[Text,</a:t>
            </a:r>
            <a:r>
              <a:rPr sz="1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label/response],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[Text,</a:t>
            </a:r>
            <a:r>
              <a:rPr sz="1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label/response],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[Text,</a:t>
            </a:r>
            <a:r>
              <a:rPr sz="1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label/response],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[Text,</a:t>
            </a:r>
            <a:r>
              <a:rPr sz="1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label/response],</a:t>
            </a:r>
            <a:endParaRPr sz="1800" dirty="0">
              <a:latin typeface="Aptos" panose="020B0004020202020204" pitchFamily="34" charset="0"/>
              <a:cs typeface="Calibri"/>
            </a:endParaRPr>
          </a:p>
          <a:p>
            <a:pPr marL="9525" algn="ctr">
              <a:lnSpc>
                <a:spcPct val="100000"/>
              </a:lnSpc>
              <a:spcBef>
                <a:spcPts val="2195"/>
              </a:spcBef>
            </a:pPr>
            <a:r>
              <a:rPr sz="1800" spc="185" dirty="0">
                <a:latin typeface="Aptos" panose="020B0004020202020204" pitchFamily="34" charset="0"/>
                <a:cs typeface="Calibri"/>
              </a:rPr>
              <a:t>…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3931" y="3943355"/>
            <a:ext cx="10972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70" dirty="0">
                <a:latin typeface="Aptos" panose="020B0004020202020204" pitchFamily="34" charset="0"/>
                <a:cs typeface="Calibri"/>
              </a:rPr>
              <a:t>LLM</a:t>
            </a:r>
            <a:r>
              <a:rPr sz="1400" b="1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400" b="1" spc="55" dirty="0">
                <a:latin typeface="Aptos" panose="020B0004020202020204" pitchFamily="34" charset="0"/>
                <a:cs typeface="Calibri"/>
              </a:rPr>
              <a:t>Finetuning</a:t>
            </a:r>
            <a:endParaRPr sz="14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3450" y="2909893"/>
            <a:ext cx="2457450" cy="1809750"/>
            <a:chOff x="933450" y="2524125"/>
            <a:chExt cx="2457450" cy="1809750"/>
          </a:xfrm>
        </p:grpSpPr>
        <p:sp>
          <p:nvSpPr>
            <p:cNvPr id="10" name="object 10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2139950" y="0"/>
                  </a:moveTo>
                  <a:lnTo>
                    <a:pt x="298450" y="0"/>
                  </a:lnTo>
                  <a:lnTo>
                    <a:pt x="250041" y="3905"/>
                  </a:lnTo>
                  <a:lnTo>
                    <a:pt x="204120" y="15213"/>
                  </a:lnTo>
                  <a:lnTo>
                    <a:pt x="161298" y="33309"/>
                  </a:lnTo>
                  <a:lnTo>
                    <a:pt x="122193" y="57578"/>
                  </a:lnTo>
                  <a:lnTo>
                    <a:pt x="87417" y="87407"/>
                  </a:lnTo>
                  <a:lnTo>
                    <a:pt x="57586" y="122182"/>
                  </a:lnTo>
                  <a:lnTo>
                    <a:pt x="33314" y="161287"/>
                  </a:lnTo>
                  <a:lnTo>
                    <a:pt x="15216" y="204110"/>
                  </a:lnTo>
                  <a:lnTo>
                    <a:pt x="3906" y="250035"/>
                  </a:lnTo>
                  <a:lnTo>
                    <a:pt x="0" y="298450"/>
                  </a:lnTo>
                  <a:lnTo>
                    <a:pt x="0" y="1492250"/>
                  </a:lnTo>
                  <a:lnTo>
                    <a:pt x="3906" y="1540664"/>
                  </a:lnTo>
                  <a:lnTo>
                    <a:pt x="15216" y="1586589"/>
                  </a:lnTo>
                  <a:lnTo>
                    <a:pt x="33314" y="1629412"/>
                  </a:lnTo>
                  <a:lnTo>
                    <a:pt x="57586" y="1668517"/>
                  </a:lnTo>
                  <a:lnTo>
                    <a:pt x="87417" y="1703292"/>
                  </a:lnTo>
                  <a:lnTo>
                    <a:pt x="122193" y="1733121"/>
                  </a:lnTo>
                  <a:lnTo>
                    <a:pt x="161298" y="1757390"/>
                  </a:lnTo>
                  <a:lnTo>
                    <a:pt x="204120" y="1775486"/>
                  </a:lnTo>
                  <a:lnTo>
                    <a:pt x="250041" y="1786794"/>
                  </a:lnTo>
                  <a:lnTo>
                    <a:pt x="298450" y="1790700"/>
                  </a:lnTo>
                  <a:lnTo>
                    <a:pt x="2139950" y="1790700"/>
                  </a:lnTo>
                  <a:lnTo>
                    <a:pt x="2188364" y="1786794"/>
                  </a:lnTo>
                  <a:lnTo>
                    <a:pt x="2234289" y="1775486"/>
                  </a:lnTo>
                  <a:lnTo>
                    <a:pt x="2277112" y="1757390"/>
                  </a:lnTo>
                  <a:lnTo>
                    <a:pt x="2316217" y="1733121"/>
                  </a:lnTo>
                  <a:lnTo>
                    <a:pt x="2350992" y="1703292"/>
                  </a:lnTo>
                  <a:lnTo>
                    <a:pt x="2380821" y="1668517"/>
                  </a:lnTo>
                  <a:lnTo>
                    <a:pt x="2405090" y="1629412"/>
                  </a:lnTo>
                  <a:lnTo>
                    <a:pt x="2423186" y="1586589"/>
                  </a:lnTo>
                  <a:lnTo>
                    <a:pt x="2434494" y="1540664"/>
                  </a:lnTo>
                  <a:lnTo>
                    <a:pt x="2438400" y="1492250"/>
                  </a:lnTo>
                  <a:lnTo>
                    <a:pt x="2438400" y="298450"/>
                  </a:lnTo>
                  <a:lnTo>
                    <a:pt x="2434494" y="250035"/>
                  </a:lnTo>
                  <a:lnTo>
                    <a:pt x="2423186" y="204110"/>
                  </a:lnTo>
                  <a:lnTo>
                    <a:pt x="2405090" y="161287"/>
                  </a:lnTo>
                  <a:lnTo>
                    <a:pt x="2380821" y="122182"/>
                  </a:lnTo>
                  <a:lnTo>
                    <a:pt x="2350992" y="87407"/>
                  </a:lnTo>
                  <a:lnTo>
                    <a:pt x="2316217" y="57578"/>
                  </a:lnTo>
                  <a:lnTo>
                    <a:pt x="2277112" y="33309"/>
                  </a:lnTo>
                  <a:lnTo>
                    <a:pt x="2234289" y="15213"/>
                  </a:lnTo>
                  <a:lnTo>
                    <a:pt x="2188364" y="3905"/>
                  </a:lnTo>
                  <a:lnTo>
                    <a:pt x="21399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0" y="298450"/>
                  </a:moveTo>
                  <a:lnTo>
                    <a:pt x="3906" y="250035"/>
                  </a:lnTo>
                  <a:lnTo>
                    <a:pt x="15216" y="204110"/>
                  </a:lnTo>
                  <a:lnTo>
                    <a:pt x="33314" y="161287"/>
                  </a:lnTo>
                  <a:lnTo>
                    <a:pt x="57586" y="122182"/>
                  </a:lnTo>
                  <a:lnTo>
                    <a:pt x="87417" y="87407"/>
                  </a:lnTo>
                  <a:lnTo>
                    <a:pt x="122193" y="57578"/>
                  </a:lnTo>
                  <a:lnTo>
                    <a:pt x="161298" y="33309"/>
                  </a:lnTo>
                  <a:lnTo>
                    <a:pt x="204120" y="15213"/>
                  </a:lnTo>
                  <a:lnTo>
                    <a:pt x="250041" y="3905"/>
                  </a:lnTo>
                  <a:lnTo>
                    <a:pt x="298450" y="0"/>
                  </a:lnTo>
                  <a:lnTo>
                    <a:pt x="2139950" y="0"/>
                  </a:lnTo>
                  <a:lnTo>
                    <a:pt x="2188364" y="3905"/>
                  </a:lnTo>
                  <a:lnTo>
                    <a:pt x="2234289" y="15213"/>
                  </a:lnTo>
                  <a:lnTo>
                    <a:pt x="2277112" y="33309"/>
                  </a:lnTo>
                  <a:lnTo>
                    <a:pt x="2316217" y="57578"/>
                  </a:lnTo>
                  <a:lnTo>
                    <a:pt x="2350992" y="87407"/>
                  </a:lnTo>
                  <a:lnTo>
                    <a:pt x="2380821" y="122182"/>
                  </a:lnTo>
                  <a:lnTo>
                    <a:pt x="2405090" y="161287"/>
                  </a:lnTo>
                  <a:lnTo>
                    <a:pt x="2423186" y="204110"/>
                  </a:lnTo>
                  <a:lnTo>
                    <a:pt x="2434494" y="250035"/>
                  </a:lnTo>
                  <a:lnTo>
                    <a:pt x="2438400" y="298450"/>
                  </a:lnTo>
                  <a:lnTo>
                    <a:pt x="2438400" y="1492250"/>
                  </a:lnTo>
                  <a:lnTo>
                    <a:pt x="2434494" y="1540664"/>
                  </a:lnTo>
                  <a:lnTo>
                    <a:pt x="2423186" y="1586589"/>
                  </a:lnTo>
                  <a:lnTo>
                    <a:pt x="2405090" y="1629412"/>
                  </a:lnTo>
                  <a:lnTo>
                    <a:pt x="2380821" y="1668517"/>
                  </a:lnTo>
                  <a:lnTo>
                    <a:pt x="2350992" y="1703292"/>
                  </a:lnTo>
                  <a:lnTo>
                    <a:pt x="2316217" y="1733121"/>
                  </a:lnTo>
                  <a:lnTo>
                    <a:pt x="2277112" y="1757390"/>
                  </a:lnTo>
                  <a:lnTo>
                    <a:pt x="2234289" y="1775486"/>
                  </a:lnTo>
                  <a:lnTo>
                    <a:pt x="2188364" y="1786794"/>
                  </a:lnTo>
                  <a:lnTo>
                    <a:pt x="2139950" y="1790700"/>
                  </a:lnTo>
                  <a:lnTo>
                    <a:pt x="298450" y="1790700"/>
                  </a:lnTo>
                  <a:lnTo>
                    <a:pt x="250041" y="1786794"/>
                  </a:lnTo>
                  <a:lnTo>
                    <a:pt x="204120" y="1775486"/>
                  </a:lnTo>
                  <a:lnTo>
                    <a:pt x="161298" y="1757390"/>
                  </a:lnTo>
                  <a:lnTo>
                    <a:pt x="122193" y="1733121"/>
                  </a:lnTo>
                  <a:lnTo>
                    <a:pt x="87417" y="1703292"/>
                  </a:lnTo>
                  <a:lnTo>
                    <a:pt x="57586" y="1668517"/>
                  </a:lnTo>
                  <a:lnTo>
                    <a:pt x="33314" y="1629412"/>
                  </a:lnTo>
                  <a:lnTo>
                    <a:pt x="15216" y="1586589"/>
                  </a:lnTo>
                  <a:lnTo>
                    <a:pt x="3906" y="1540664"/>
                  </a:lnTo>
                  <a:lnTo>
                    <a:pt x="0" y="1492250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3628" y="3514730"/>
            <a:ext cx="1116965" cy="5644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6235" marR="5080" indent="-34417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Pre-</a:t>
            </a:r>
            <a:r>
              <a:rPr sz="1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trained </a:t>
            </a: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76650" y="3786193"/>
            <a:ext cx="504825" cy="76200"/>
            <a:chOff x="3676650" y="3400425"/>
            <a:chExt cx="504825" cy="76200"/>
          </a:xfrm>
        </p:grpSpPr>
        <p:sp>
          <p:nvSpPr>
            <p:cNvPr id="14" name="object 14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86650" y="3786193"/>
            <a:ext cx="504825" cy="76200"/>
            <a:chOff x="7486650" y="3400425"/>
            <a:chExt cx="504825" cy="76200"/>
          </a:xfrm>
        </p:grpSpPr>
        <p:sp>
          <p:nvSpPr>
            <p:cNvPr id="17" name="object 17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64325" y="1906021"/>
            <a:ext cx="25241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Task-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specific</a:t>
            </a:r>
            <a:r>
              <a:rPr sz="1800" spc="25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0" dirty="0">
                <a:latin typeface="Aptos" panose="020B0004020202020204" pitchFamily="34" charset="0"/>
                <a:cs typeface="Calibri"/>
              </a:rPr>
              <a:t>examples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48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818" y="863290"/>
            <a:ext cx="9405088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Using</a:t>
            </a:r>
            <a:r>
              <a:rPr lang="en-US" sz="3600" b="1" spc="-22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30" dirty="0">
                <a:solidFill>
                  <a:srgbClr val="3371A5"/>
                </a:solidFill>
                <a:latin typeface="Aptos" panose="020B0004020202020204" pitchFamily="34" charset="0"/>
              </a:rPr>
              <a:t>Prompts</a:t>
            </a:r>
            <a:r>
              <a:rPr lang="en-US" sz="3600" b="1" spc="-15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100" dirty="0">
                <a:solidFill>
                  <a:srgbClr val="3371A5"/>
                </a:solidFill>
                <a:latin typeface="Aptos" panose="020B0004020202020204" pitchFamily="34" charset="0"/>
              </a:rPr>
              <a:t>To</a:t>
            </a:r>
            <a:r>
              <a:rPr lang="en-US" sz="3600" b="1" spc="-1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35" dirty="0">
                <a:solidFill>
                  <a:srgbClr val="3371A5"/>
                </a:solidFill>
                <a:latin typeface="Aptos" panose="020B0004020202020204" pitchFamily="34" charset="0"/>
              </a:rPr>
              <a:t>Fine-</a:t>
            </a:r>
            <a:r>
              <a:rPr lang="en-US" sz="3600" b="1" spc="-80" dirty="0">
                <a:solidFill>
                  <a:srgbClr val="3371A5"/>
                </a:solidFill>
                <a:latin typeface="Aptos" panose="020B0004020202020204" pitchFamily="34" charset="0"/>
              </a:rPr>
              <a:t>tune</a:t>
            </a:r>
            <a:r>
              <a:rPr lang="en-US" sz="3600" b="1" spc="-14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8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0" y="2876553"/>
            <a:ext cx="2476500" cy="1819275"/>
            <a:chOff x="8286750" y="2647950"/>
            <a:chExt cx="2476500" cy="1819275"/>
          </a:xfrm>
        </p:grpSpPr>
        <p:sp>
          <p:nvSpPr>
            <p:cNvPr id="4" name="object 4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2157349" y="0"/>
                  </a:moveTo>
                  <a:lnTo>
                    <a:pt x="300100" y="0"/>
                  </a:ln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0" y="1500124"/>
                  </a:lnTo>
                  <a:lnTo>
                    <a:pt x="3927" y="1548800"/>
                  </a:lnTo>
                  <a:lnTo>
                    <a:pt x="15299" y="1594976"/>
                  </a:lnTo>
                  <a:lnTo>
                    <a:pt x="33497" y="1638034"/>
                  </a:lnTo>
                  <a:lnTo>
                    <a:pt x="57903" y="1677357"/>
                  </a:lnTo>
                  <a:lnTo>
                    <a:pt x="87899" y="1712325"/>
                  </a:lnTo>
                  <a:lnTo>
                    <a:pt x="122867" y="1742321"/>
                  </a:lnTo>
                  <a:lnTo>
                    <a:pt x="162190" y="1766727"/>
                  </a:lnTo>
                  <a:lnTo>
                    <a:pt x="205248" y="1784925"/>
                  </a:lnTo>
                  <a:lnTo>
                    <a:pt x="251424" y="1796297"/>
                  </a:lnTo>
                  <a:lnTo>
                    <a:pt x="300100" y="1800225"/>
                  </a:lnTo>
                  <a:lnTo>
                    <a:pt x="2157349" y="1800225"/>
                  </a:lnTo>
                  <a:lnTo>
                    <a:pt x="2206025" y="1796297"/>
                  </a:lnTo>
                  <a:lnTo>
                    <a:pt x="2252201" y="1784925"/>
                  </a:lnTo>
                  <a:lnTo>
                    <a:pt x="2295259" y="1766727"/>
                  </a:lnTo>
                  <a:lnTo>
                    <a:pt x="2334582" y="1742321"/>
                  </a:lnTo>
                  <a:lnTo>
                    <a:pt x="2369550" y="1712325"/>
                  </a:lnTo>
                  <a:lnTo>
                    <a:pt x="2399546" y="1677357"/>
                  </a:lnTo>
                  <a:lnTo>
                    <a:pt x="2423952" y="1638034"/>
                  </a:lnTo>
                  <a:lnTo>
                    <a:pt x="2442150" y="1594976"/>
                  </a:lnTo>
                  <a:lnTo>
                    <a:pt x="2453522" y="1548800"/>
                  </a:lnTo>
                  <a:lnTo>
                    <a:pt x="2457450" y="1500124"/>
                  </a:lnTo>
                  <a:lnTo>
                    <a:pt x="2457450" y="300100"/>
                  </a:lnTo>
                  <a:lnTo>
                    <a:pt x="2453522" y="251424"/>
                  </a:lnTo>
                  <a:lnTo>
                    <a:pt x="2442150" y="205248"/>
                  </a:lnTo>
                  <a:lnTo>
                    <a:pt x="2423952" y="162190"/>
                  </a:lnTo>
                  <a:lnTo>
                    <a:pt x="2399546" y="122867"/>
                  </a:lnTo>
                  <a:lnTo>
                    <a:pt x="2369550" y="87899"/>
                  </a:lnTo>
                  <a:lnTo>
                    <a:pt x="2334582" y="57903"/>
                  </a:lnTo>
                  <a:lnTo>
                    <a:pt x="2295259" y="33497"/>
                  </a:lnTo>
                  <a:lnTo>
                    <a:pt x="2252201" y="15299"/>
                  </a:lnTo>
                  <a:lnTo>
                    <a:pt x="2206025" y="3927"/>
                  </a:lnTo>
                  <a:lnTo>
                    <a:pt x="215734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0" y="300100"/>
                  </a:moveTo>
                  <a:lnTo>
                    <a:pt x="3927" y="251424"/>
                  </a:lnTo>
                  <a:lnTo>
                    <a:pt x="15299" y="205248"/>
                  </a:lnTo>
                  <a:lnTo>
                    <a:pt x="33497" y="162190"/>
                  </a:lnTo>
                  <a:lnTo>
                    <a:pt x="57903" y="122867"/>
                  </a:lnTo>
                  <a:lnTo>
                    <a:pt x="87899" y="87899"/>
                  </a:lnTo>
                  <a:lnTo>
                    <a:pt x="122867" y="57903"/>
                  </a:lnTo>
                  <a:lnTo>
                    <a:pt x="162190" y="33497"/>
                  </a:lnTo>
                  <a:lnTo>
                    <a:pt x="205248" y="15299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2157349" y="0"/>
                  </a:lnTo>
                  <a:lnTo>
                    <a:pt x="2206025" y="3927"/>
                  </a:lnTo>
                  <a:lnTo>
                    <a:pt x="2252201" y="15299"/>
                  </a:lnTo>
                  <a:lnTo>
                    <a:pt x="2295259" y="33497"/>
                  </a:lnTo>
                  <a:lnTo>
                    <a:pt x="2334582" y="57903"/>
                  </a:lnTo>
                  <a:lnTo>
                    <a:pt x="2369550" y="87899"/>
                  </a:lnTo>
                  <a:lnTo>
                    <a:pt x="2399546" y="122867"/>
                  </a:lnTo>
                  <a:lnTo>
                    <a:pt x="2423952" y="162190"/>
                  </a:lnTo>
                  <a:lnTo>
                    <a:pt x="2442150" y="205248"/>
                  </a:lnTo>
                  <a:lnTo>
                    <a:pt x="2453522" y="251424"/>
                  </a:lnTo>
                  <a:lnTo>
                    <a:pt x="2457450" y="300100"/>
                  </a:lnTo>
                  <a:lnTo>
                    <a:pt x="2457450" y="1500124"/>
                  </a:lnTo>
                  <a:lnTo>
                    <a:pt x="2453522" y="1548800"/>
                  </a:lnTo>
                  <a:lnTo>
                    <a:pt x="2442150" y="1594976"/>
                  </a:lnTo>
                  <a:lnTo>
                    <a:pt x="2423952" y="1638034"/>
                  </a:lnTo>
                  <a:lnTo>
                    <a:pt x="2399546" y="1677357"/>
                  </a:lnTo>
                  <a:lnTo>
                    <a:pt x="2369550" y="1712325"/>
                  </a:lnTo>
                  <a:lnTo>
                    <a:pt x="2334582" y="1742321"/>
                  </a:lnTo>
                  <a:lnTo>
                    <a:pt x="2295259" y="1766727"/>
                  </a:lnTo>
                  <a:lnTo>
                    <a:pt x="2252201" y="1784925"/>
                  </a:lnTo>
                  <a:lnTo>
                    <a:pt x="2206025" y="1796297"/>
                  </a:lnTo>
                  <a:lnTo>
                    <a:pt x="2157349" y="1800225"/>
                  </a:lnTo>
                  <a:lnTo>
                    <a:pt x="300100" y="1800225"/>
                  </a:lnTo>
                  <a:lnTo>
                    <a:pt x="251424" y="1796297"/>
                  </a:lnTo>
                  <a:lnTo>
                    <a:pt x="205248" y="1784925"/>
                  </a:lnTo>
                  <a:lnTo>
                    <a:pt x="162190" y="1766727"/>
                  </a:lnTo>
                  <a:lnTo>
                    <a:pt x="122867" y="1742321"/>
                  </a:lnTo>
                  <a:lnTo>
                    <a:pt x="87899" y="1712325"/>
                  </a:lnTo>
                  <a:lnTo>
                    <a:pt x="57903" y="1677357"/>
                  </a:lnTo>
                  <a:lnTo>
                    <a:pt x="33497" y="1638034"/>
                  </a:lnTo>
                  <a:lnTo>
                    <a:pt x="15299" y="1594976"/>
                  </a:lnTo>
                  <a:lnTo>
                    <a:pt x="3927" y="1548800"/>
                  </a:lnTo>
                  <a:lnTo>
                    <a:pt x="0" y="1500124"/>
                  </a:lnTo>
                  <a:lnTo>
                    <a:pt x="0" y="3001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38675" y="2114553"/>
            <a:ext cx="2524125" cy="2987997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Aptos" panose="020B0004020202020204" pitchFamily="34" charset="0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Aptos" panose="020B0004020202020204" pitchFamily="34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800">
              <a:latin typeface="Aptos" panose="020B0004020202020204" pitchFamily="34" charset="0"/>
              <a:cs typeface="Times New Roman"/>
            </a:endParaRPr>
          </a:p>
          <a:p>
            <a:pPr marL="182880" marR="169545" indent="-635" algn="ctr">
              <a:lnSpc>
                <a:spcPct val="100099"/>
              </a:lnSpc>
            </a:pPr>
            <a:r>
              <a:rPr sz="1800" dirty="0">
                <a:latin typeface="Aptos" panose="020B0004020202020204" pitchFamily="34" charset="0"/>
                <a:cs typeface="Calibri"/>
              </a:rPr>
              <a:t>Task</a:t>
            </a:r>
            <a:r>
              <a:rPr sz="1800" spc="8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specific</a:t>
            </a:r>
            <a:r>
              <a:rPr sz="18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30" dirty="0">
                <a:latin typeface="Aptos" panose="020B0004020202020204" pitchFamily="34" charset="0"/>
                <a:cs typeface="Calibri"/>
              </a:rPr>
              <a:t>data </a:t>
            </a:r>
            <a:r>
              <a:rPr sz="1800" dirty="0">
                <a:latin typeface="Aptos" panose="020B0004020202020204" pitchFamily="34" charset="0"/>
                <a:cs typeface="Calibri"/>
              </a:rPr>
              <a:t>[Prompt,</a:t>
            </a:r>
            <a:r>
              <a:rPr sz="1800" spc="1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completion], </a:t>
            </a:r>
            <a:r>
              <a:rPr sz="1800" dirty="0">
                <a:latin typeface="Aptos" panose="020B0004020202020204" pitchFamily="34" charset="0"/>
                <a:cs typeface="Calibri"/>
              </a:rPr>
              <a:t>[Prompt,</a:t>
            </a:r>
            <a:r>
              <a:rPr sz="1800" spc="1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completion], </a:t>
            </a:r>
            <a:r>
              <a:rPr sz="1800" dirty="0">
                <a:latin typeface="Aptos" panose="020B0004020202020204" pitchFamily="34" charset="0"/>
                <a:cs typeface="Calibri"/>
              </a:rPr>
              <a:t>[Prompt,</a:t>
            </a:r>
            <a:r>
              <a:rPr sz="1800" spc="1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completion], </a:t>
            </a:r>
            <a:r>
              <a:rPr sz="1800" dirty="0">
                <a:latin typeface="Aptos" panose="020B0004020202020204" pitchFamily="34" charset="0"/>
                <a:cs typeface="Calibri"/>
              </a:rPr>
              <a:t>[Prompt,</a:t>
            </a:r>
            <a:r>
              <a:rPr sz="1800" spc="1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completion], </a:t>
            </a:r>
            <a:r>
              <a:rPr sz="1800" dirty="0">
                <a:latin typeface="Aptos" panose="020B0004020202020204" pitchFamily="34" charset="0"/>
                <a:cs typeface="Calibri"/>
              </a:rPr>
              <a:t>[Prompt,</a:t>
            </a:r>
            <a:r>
              <a:rPr sz="1800" spc="1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completion],</a:t>
            </a:r>
            <a:endParaRPr sz="1800">
              <a:latin typeface="Aptos" panose="020B0004020202020204" pitchFamily="34" charset="0"/>
              <a:cs typeface="Calibri"/>
            </a:endParaRPr>
          </a:p>
          <a:p>
            <a:pPr marL="9525" algn="ctr">
              <a:lnSpc>
                <a:spcPct val="100000"/>
              </a:lnSpc>
              <a:spcBef>
                <a:spcPts val="20"/>
              </a:spcBef>
            </a:pPr>
            <a:r>
              <a:rPr sz="1800" spc="185" dirty="0">
                <a:latin typeface="Aptos" panose="020B0004020202020204" pitchFamily="34" charset="0"/>
                <a:cs typeface="Calibri"/>
              </a:rPr>
              <a:t>…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6396" y="3786189"/>
            <a:ext cx="10730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70" dirty="0">
                <a:latin typeface="Aptos" panose="020B0004020202020204" pitchFamily="34" charset="0"/>
                <a:cs typeface="Calibri"/>
              </a:rPr>
              <a:t>LLM</a:t>
            </a:r>
            <a:r>
              <a:rPr sz="1400" b="1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400" b="1" spc="55" dirty="0">
                <a:latin typeface="Aptos" panose="020B0004020202020204" pitchFamily="34" charset="0"/>
                <a:cs typeface="Calibri"/>
              </a:rPr>
              <a:t>Finetuning</a:t>
            </a:r>
            <a:endParaRPr sz="14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111C72-40C8-97B8-4F6F-FFC945198A84}"/>
              </a:ext>
            </a:extLst>
          </p:cNvPr>
          <p:cNvGrpSpPr/>
          <p:nvPr/>
        </p:nvGrpSpPr>
        <p:grpSpPr>
          <a:xfrm>
            <a:off x="933450" y="2752728"/>
            <a:ext cx="2457450" cy="1809750"/>
            <a:chOff x="933450" y="2752728"/>
            <a:chExt cx="2457450" cy="1809750"/>
          </a:xfrm>
        </p:grpSpPr>
        <p:grpSp>
          <p:nvGrpSpPr>
            <p:cNvPr id="9" name="object 9"/>
            <p:cNvGrpSpPr/>
            <p:nvPr/>
          </p:nvGrpSpPr>
          <p:grpSpPr>
            <a:xfrm>
              <a:off x="933450" y="2752728"/>
              <a:ext cx="2457450" cy="1809750"/>
              <a:chOff x="933450" y="2524125"/>
              <a:chExt cx="2457450" cy="180975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942975" y="2533650"/>
                <a:ext cx="2438400" cy="17907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1790700">
                    <a:moveTo>
                      <a:pt x="2139950" y="0"/>
                    </a:moveTo>
                    <a:lnTo>
                      <a:pt x="298450" y="0"/>
                    </a:lnTo>
                    <a:lnTo>
                      <a:pt x="250041" y="3905"/>
                    </a:lnTo>
                    <a:lnTo>
                      <a:pt x="204120" y="15213"/>
                    </a:lnTo>
                    <a:lnTo>
                      <a:pt x="161298" y="33309"/>
                    </a:lnTo>
                    <a:lnTo>
                      <a:pt x="122193" y="57578"/>
                    </a:lnTo>
                    <a:lnTo>
                      <a:pt x="87417" y="87407"/>
                    </a:lnTo>
                    <a:lnTo>
                      <a:pt x="57586" y="122182"/>
                    </a:lnTo>
                    <a:lnTo>
                      <a:pt x="33314" y="161287"/>
                    </a:lnTo>
                    <a:lnTo>
                      <a:pt x="15216" y="204110"/>
                    </a:lnTo>
                    <a:lnTo>
                      <a:pt x="3906" y="250035"/>
                    </a:lnTo>
                    <a:lnTo>
                      <a:pt x="0" y="298450"/>
                    </a:lnTo>
                    <a:lnTo>
                      <a:pt x="0" y="1492250"/>
                    </a:lnTo>
                    <a:lnTo>
                      <a:pt x="3906" y="1540664"/>
                    </a:lnTo>
                    <a:lnTo>
                      <a:pt x="15216" y="1586589"/>
                    </a:lnTo>
                    <a:lnTo>
                      <a:pt x="33314" y="1629412"/>
                    </a:lnTo>
                    <a:lnTo>
                      <a:pt x="57586" y="1668517"/>
                    </a:lnTo>
                    <a:lnTo>
                      <a:pt x="87417" y="1703292"/>
                    </a:lnTo>
                    <a:lnTo>
                      <a:pt x="122193" y="1733121"/>
                    </a:lnTo>
                    <a:lnTo>
                      <a:pt x="161298" y="1757390"/>
                    </a:lnTo>
                    <a:lnTo>
                      <a:pt x="204120" y="1775486"/>
                    </a:lnTo>
                    <a:lnTo>
                      <a:pt x="250041" y="1786794"/>
                    </a:lnTo>
                    <a:lnTo>
                      <a:pt x="298450" y="1790700"/>
                    </a:lnTo>
                    <a:lnTo>
                      <a:pt x="2139950" y="1790700"/>
                    </a:lnTo>
                    <a:lnTo>
                      <a:pt x="2188364" y="1786794"/>
                    </a:lnTo>
                    <a:lnTo>
                      <a:pt x="2234289" y="1775486"/>
                    </a:lnTo>
                    <a:lnTo>
                      <a:pt x="2277112" y="1757390"/>
                    </a:lnTo>
                    <a:lnTo>
                      <a:pt x="2316217" y="1733121"/>
                    </a:lnTo>
                    <a:lnTo>
                      <a:pt x="2350992" y="1703292"/>
                    </a:lnTo>
                    <a:lnTo>
                      <a:pt x="2380821" y="1668517"/>
                    </a:lnTo>
                    <a:lnTo>
                      <a:pt x="2405090" y="1629412"/>
                    </a:lnTo>
                    <a:lnTo>
                      <a:pt x="2423186" y="1586589"/>
                    </a:lnTo>
                    <a:lnTo>
                      <a:pt x="2434494" y="1540664"/>
                    </a:lnTo>
                    <a:lnTo>
                      <a:pt x="2438400" y="1492250"/>
                    </a:lnTo>
                    <a:lnTo>
                      <a:pt x="2438400" y="298450"/>
                    </a:lnTo>
                    <a:lnTo>
                      <a:pt x="2434494" y="250035"/>
                    </a:lnTo>
                    <a:lnTo>
                      <a:pt x="2423186" y="204110"/>
                    </a:lnTo>
                    <a:lnTo>
                      <a:pt x="2405090" y="161287"/>
                    </a:lnTo>
                    <a:lnTo>
                      <a:pt x="2380821" y="122182"/>
                    </a:lnTo>
                    <a:lnTo>
                      <a:pt x="2350992" y="87407"/>
                    </a:lnTo>
                    <a:lnTo>
                      <a:pt x="2316217" y="57578"/>
                    </a:lnTo>
                    <a:lnTo>
                      <a:pt x="2277112" y="33309"/>
                    </a:lnTo>
                    <a:lnTo>
                      <a:pt x="2234289" y="15213"/>
                    </a:lnTo>
                    <a:lnTo>
                      <a:pt x="2188364" y="3905"/>
                    </a:lnTo>
                    <a:lnTo>
                      <a:pt x="2139950" y="0"/>
                    </a:lnTo>
                    <a:close/>
                  </a:path>
                </a:pathLst>
              </a:custGeom>
              <a:solidFill>
                <a:srgbClr val="EC7C3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ptos" panose="020B0004020202020204" pitchFamily="34" charset="0"/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942975" y="2533650"/>
                <a:ext cx="2438400" cy="17907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1790700">
                    <a:moveTo>
                      <a:pt x="0" y="298450"/>
                    </a:moveTo>
                    <a:lnTo>
                      <a:pt x="3906" y="250035"/>
                    </a:lnTo>
                    <a:lnTo>
                      <a:pt x="15216" y="204110"/>
                    </a:lnTo>
                    <a:lnTo>
                      <a:pt x="33314" y="161287"/>
                    </a:lnTo>
                    <a:lnTo>
                      <a:pt x="57586" y="122182"/>
                    </a:lnTo>
                    <a:lnTo>
                      <a:pt x="87417" y="87407"/>
                    </a:lnTo>
                    <a:lnTo>
                      <a:pt x="122193" y="57578"/>
                    </a:lnTo>
                    <a:lnTo>
                      <a:pt x="161298" y="33309"/>
                    </a:lnTo>
                    <a:lnTo>
                      <a:pt x="204120" y="15213"/>
                    </a:lnTo>
                    <a:lnTo>
                      <a:pt x="250041" y="3905"/>
                    </a:lnTo>
                    <a:lnTo>
                      <a:pt x="298450" y="0"/>
                    </a:lnTo>
                    <a:lnTo>
                      <a:pt x="2139950" y="0"/>
                    </a:lnTo>
                    <a:lnTo>
                      <a:pt x="2188364" y="3905"/>
                    </a:lnTo>
                    <a:lnTo>
                      <a:pt x="2234289" y="15213"/>
                    </a:lnTo>
                    <a:lnTo>
                      <a:pt x="2277112" y="33309"/>
                    </a:lnTo>
                    <a:lnTo>
                      <a:pt x="2316217" y="57578"/>
                    </a:lnTo>
                    <a:lnTo>
                      <a:pt x="2350992" y="87407"/>
                    </a:lnTo>
                    <a:lnTo>
                      <a:pt x="2380821" y="122182"/>
                    </a:lnTo>
                    <a:lnTo>
                      <a:pt x="2405090" y="161287"/>
                    </a:lnTo>
                    <a:lnTo>
                      <a:pt x="2423186" y="204110"/>
                    </a:lnTo>
                    <a:lnTo>
                      <a:pt x="2434494" y="250035"/>
                    </a:lnTo>
                    <a:lnTo>
                      <a:pt x="2438400" y="298450"/>
                    </a:lnTo>
                    <a:lnTo>
                      <a:pt x="2438400" y="1492250"/>
                    </a:lnTo>
                    <a:lnTo>
                      <a:pt x="2434494" y="1540664"/>
                    </a:lnTo>
                    <a:lnTo>
                      <a:pt x="2423186" y="1586589"/>
                    </a:lnTo>
                    <a:lnTo>
                      <a:pt x="2405090" y="1629412"/>
                    </a:lnTo>
                    <a:lnTo>
                      <a:pt x="2380821" y="1668517"/>
                    </a:lnTo>
                    <a:lnTo>
                      <a:pt x="2350992" y="1703292"/>
                    </a:lnTo>
                    <a:lnTo>
                      <a:pt x="2316217" y="1733121"/>
                    </a:lnTo>
                    <a:lnTo>
                      <a:pt x="2277112" y="1757390"/>
                    </a:lnTo>
                    <a:lnTo>
                      <a:pt x="2234289" y="1775486"/>
                    </a:lnTo>
                    <a:lnTo>
                      <a:pt x="2188364" y="1786794"/>
                    </a:lnTo>
                    <a:lnTo>
                      <a:pt x="2139950" y="1790700"/>
                    </a:lnTo>
                    <a:lnTo>
                      <a:pt x="298450" y="1790700"/>
                    </a:lnTo>
                    <a:lnTo>
                      <a:pt x="250041" y="1786794"/>
                    </a:lnTo>
                    <a:lnTo>
                      <a:pt x="204120" y="1775486"/>
                    </a:lnTo>
                    <a:lnTo>
                      <a:pt x="161298" y="1757390"/>
                    </a:lnTo>
                    <a:lnTo>
                      <a:pt x="122193" y="1733121"/>
                    </a:lnTo>
                    <a:lnTo>
                      <a:pt x="87417" y="1703292"/>
                    </a:lnTo>
                    <a:lnTo>
                      <a:pt x="57586" y="1668517"/>
                    </a:lnTo>
                    <a:lnTo>
                      <a:pt x="33314" y="1629412"/>
                    </a:lnTo>
                    <a:lnTo>
                      <a:pt x="15216" y="1586589"/>
                    </a:lnTo>
                    <a:lnTo>
                      <a:pt x="3906" y="1540664"/>
                    </a:lnTo>
                    <a:lnTo>
                      <a:pt x="0" y="1492250"/>
                    </a:lnTo>
                    <a:lnTo>
                      <a:pt x="0" y="298450"/>
                    </a:lnTo>
                    <a:close/>
                  </a:path>
                </a:pathLst>
              </a:custGeom>
              <a:ln w="19050">
                <a:solidFill>
                  <a:srgbClr val="04233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1051560" y="3066764"/>
              <a:ext cx="2167890" cy="995016"/>
            </a:xfrm>
            <a:prstGeom prst="rect">
              <a:avLst/>
            </a:prstGeom>
          </p:spPr>
          <p:txBody>
            <a:bodyPr vert="horz" wrap="square" lIns="0" tIns="10795" rIns="0" bIns="0" rtlCol="0">
              <a:spAutoFit/>
            </a:bodyPr>
            <a:lstStyle/>
            <a:p>
              <a:pPr marL="356235" marR="5080" indent="-344170" algn="ctr">
                <a:lnSpc>
                  <a:spcPct val="100800"/>
                </a:lnSpc>
                <a:spcBef>
                  <a:spcPts val="85"/>
                </a:spcBef>
              </a:pPr>
              <a:r>
                <a:rPr sz="3200" dirty="0">
                  <a:solidFill>
                    <a:srgbClr val="FFFFFF"/>
                  </a:solidFill>
                  <a:latin typeface="Aptos" panose="020B0004020202020204" pitchFamily="34" charset="0"/>
                  <a:cs typeface="Calibri"/>
                </a:rPr>
                <a:t>Pre-</a:t>
              </a:r>
              <a:r>
                <a:rPr sz="3200" spc="-10" dirty="0">
                  <a:solidFill>
                    <a:srgbClr val="FFFFFF"/>
                  </a:solidFill>
                  <a:latin typeface="Aptos" panose="020B0004020202020204" pitchFamily="34" charset="0"/>
                  <a:cs typeface="Calibri"/>
                </a:rPr>
                <a:t>trained</a:t>
              </a:r>
              <a:r>
                <a:rPr lang="en-IN" sz="3200" spc="-10" dirty="0">
                  <a:solidFill>
                    <a:srgbClr val="FFFFFF"/>
                  </a:solidFill>
                  <a:latin typeface="Aptos" panose="020B0004020202020204" pitchFamily="34" charset="0"/>
                  <a:cs typeface="Calibri"/>
                </a:rPr>
                <a:t> </a:t>
              </a:r>
              <a:r>
                <a:rPr sz="3200" spc="-25" dirty="0">
                  <a:solidFill>
                    <a:srgbClr val="FFFFFF"/>
                  </a:solidFill>
                  <a:latin typeface="Aptos" panose="020B0004020202020204" pitchFamily="34" charset="0"/>
                  <a:cs typeface="Calibri"/>
                </a:rPr>
                <a:t>LLM</a:t>
              </a:r>
              <a:endParaRPr sz="3200" dirty="0">
                <a:latin typeface="Aptos" panose="020B0004020202020204" pitchFamily="34" charset="0"/>
                <a:cs typeface="Calibri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676650" y="3629028"/>
            <a:ext cx="504825" cy="76200"/>
            <a:chOff x="3676650" y="3400425"/>
            <a:chExt cx="504825" cy="76200"/>
          </a:xfrm>
        </p:grpSpPr>
        <p:sp>
          <p:nvSpPr>
            <p:cNvPr id="14" name="object 14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86650" y="3629028"/>
            <a:ext cx="504825" cy="76200"/>
            <a:chOff x="7486650" y="3400425"/>
            <a:chExt cx="504825" cy="76200"/>
          </a:xfrm>
        </p:grpSpPr>
        <p:sp>
          <p:nvSpPr>
            <p:cNvPr id="17" name="object 17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64326" y="1748856"/>
            <a:ext cx="28794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Task-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specific</a:t>
            </a:r>
            <a:r>
              <a:rPr sz="1800" spc="25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0" dirty="0">
                <a:latin typeface="Aptos" panose="020B0004020202020204" pitchFamily="34" charset="0"/>
                <a:cs typeface="Calibri"/>
              </a:rPr>
              <a:t>examples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19381560-3EDC-FCB8-1343-6E68197419A3}"/>
              </a:ext>
            </a:extLst>
          </p:cNvPr>
          <p:cNvSpPr txBox="1"/>
          <p:nvPr/>
        </p:nvSpPr>
        <p:spPr>
          <a:xfrm>
            <a:off x="8420100" y="3234884"/>
            <a:ext cx="2167890" cy="99501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6235" marR="5080" indent="-344170" algn="ctr">
              <a:lnSpc>
                <a:spcPct val="100800"/>
              </a:lnSpc>
              <a:spcBef>
                <a:spcPts val="85"/>
              </a:spcBef>
            </a:pPr>
            <a:r>
              <a:rPr lang="en-IN" sz="32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Fine-Tun</a:t>
            </a:r>
            <a:r>
              <a:rPr sz="32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ed</a:t>
            </a:r>
            <a:r>
              <a:rPr lang="en-IN" sz="32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3200" dirty="0">
              <a:latin typeface="Aptos" panose="020B00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336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768" y="725903"/>
            <a:ext cx="916266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Using</a:t>
            </a:r>
            <a:r>
              <a:rPr sz="3600" b="1" spc="-22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30" dirty="0">
                <a:solidFill>
                  <a:srgbClr val="3371A5"/>
                </a:solidFill>
                <a:latin typeface="Aptos" panose="020B0004020202020204" pitchFamily="34" charset="0"/>
              </a:rPr>
              <a:t>prompts</a:t>
            </a:r>
            <a:r>
              <a:rPr sz="3600" b="1" spc="-15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00" dirty="0">
                <a:solidFill>
                  <a:srgbClr val="3371A5"/>
                </a:solidFill>
                <a:latin typeface="Aptos" panose="020B0004020202020204" pitchFamily="34" charset="0"/>
              </a:rPr>
              <a:t>to</a:t>
            </a:r>
            <a:r>
              <a:rPr sz="3600" b="1" spc="-1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35" dirty="0">
                <a:solidFill>
                  <a:srgbClr val="3371A5"/>
                </a:solidFill>
                <a:latin typeface="Aptos" panose="020B0004020202020204" pitchFamily="34" charset="0"/>
              </a:rPr>
              <a:t>fine-</a:t>
            </a:r>
            <a:r>
              <a:rPr sz="3600" b="1" spc="-80" dirty="0">
                <a:solidFill>
                  <a:srgbClr val="3371A5"/>
                </a:solidFill>
                <a:latin typeface="Aptos" panose="020B0004020202020204" pitchFamily="34" charset="0"/>
              </a:rPr>
              <a:t>tune</a:t>
            </a:r>
            <a:r>
              <a:rPr sz="3600" b="1" spc="-14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8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0" y="2647950"/>
            <a:ext cx="2476500" cy="1819275"/>
            <a:chOff x="8286750" y="2647950"/>
            <a:chExt cx="2476500" cy="1819275"/>
          </a:xfrm>
        </p:grpSpPr>
        <p:sp>
          <p:nvSpPr>
            <p:cNvPr id="4" name="object 4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2157349" y="0"/>
                  </a:moveTo>
                  <a:lnTo>
                    <a:pt x="300100" y="0"/>
                  </a:ln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0" y="1500124"/>
                  </a:lnTo>
                  <a:lnTo>
                    <a:pt x="3927" y="1548800"/>
                  </a:lnTo>
                  <a:lnTo>
                    <a:pt x="15299" y="1594976"/>
                  </a:lnTo>
                  <a:lnTo>
                    <a:pt x="33497" y="1638034"/>
                  </a:lnTo>
                  <a:lnTo>
                    <a:pt x="57903" y="1677357"/>
                  </a:lnTo>
                  <a:lnTo>
                    <a:pt x="87899" y="1712325"/>
                  </a:lnTo>
                  <a:lnTo>
                    <a:pt x="122867" y="1742321"/>
                  </a:lnTo>
                  <a:lnTo>
                    <a:pt x="162190" y="1766727"/>
                  </a:lnTo>
                  <a:lnTo>
                    <a:pt x="205248" y="1784925"/>
                  </a:lnTo>
                  <a:lnTo>
                    <a:pt x="251424" y="1796297"/>
                  </a:lnTo>
                  <a:lnTo>
                    <a:pt x="300100" y="1800225"/>
                  </a:lnTo>
                  <a:lnTo>
                    <a:pt x="2157349" y="1800225"/>
                  </a:lnTo>
                  <a:lnTo>
                    <a:pt x="2206025" y="1796297"/>
                  </a:lnTo>
                  <a:lnTo>
                    <a:pt x="2252201" y="1784925"/>
                  </a:lnTo>
                  <a:lnTo>
                    <a:pt x="2295259" y="1766727"/>
                  </a:lnTo>
                  <a:lnTo>
                    <a:pt x="2334582" y="1742321"/>
                  </a:lnTo>
                  <a:lnTo>
                    <a:pt x="2369550" y="1712325"/>
                  </a:lnTo>
                  <a:lnTo>
                    <a:pt x="2399546" y="1677357"/>
                  </a:lnTo>
                  <a:lnTo>
                    <a:pt x="2423952" y="1638034"/>
                  </a:lnTo>
                  <a:lnTo>
                    <a:pt x="2442150" y="1594976"/>
                  </a:lnTo>
                  <a:lnTo>
                    <a:pt x="2453522" y="1548800"/>
                  </a:lnTo>
                  <a:lnTo>
                    <a:pt x="2457450" y="1500124"/>
                  </a:lnTo>
                  <a:lnTo>
                    <a:pt x="2457450" y="300100"/>
                  </a:lnTo>
                  <a:lnTo>
                    <a:pt x="2453522" y="251424"/>
                  </a:lnTo>
                  <a:lnTo>
                    <a:pt x="2442150" y="205248"/>
                  </a:lnTo>
                  <a:lnTo>
                    <a:pt x="2423952" y="162190"/>
                  </a:lnTo>
                  <a:lnTo>
                    <a:pt x="2399546" y="122867"/>
                  </a:lnTo>
                  <a:lnTo>
                    <a:pt x="2369550" y="87899"/>
                  </a:lnTo>
                  <a:lnTo>
                    <a:pt x="2334582" y="57903"/>
                  </a:lnTo>
                  <a:lnTo>
                    <a:pt x="2295259" y="33497"/>
                  </a:lnTo>
                  <a:lnTo>
                    <a:pt x="2252201" y="15299"/>
                  </a:lnTo>
                  <a:lnTo>
                    <a:pt x="2206025" y="3927"/>
                  </a:lnTo>
                  <a:lnTo>
                    <a:pt x="215734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0" y="300100"/>
                  </a:moveTo>
                  <a:lnTo>
                    <a:pt x="3927" y="251424"/>
                  </a:lnTo>
                  <a:lnTo>
                    <a:pt x="15299" y="205248"/>
                  </a:lnTo>
                  <a:lnTo>
                    <a:pt x="33497" y="162190"/>
                  </a:lnTo>
                  <a:lnTo>
                    <a:pt x="57903" y="122867"/>
                  </a:lnTo>
                  <a:lnTo>
                    <a:pt x="87899" y="87899"/>
                  </a:lnTo>
                  <a:lnTo>
                    <a:pt x="122867" y="57903"/>
                  </a:lnTo>
                  <a:lnTo>
                    <a:pt x="162190" y="33497"/>
                  </a:lnTo>
                  <a:lnTo>
                    <a:pt x="205248" y="15299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2157349" y="0"/>
                  </a:lnTo>
                  <a:lnTo>
                    <a:pt x="2206025" y="3927"/>
                  </a:lnTo>
                  <a:lnTo>
                    <a:pt x="2252201" y="15299"/>
                  </a:lnTo>
                  <a:lnTo>
                    <a:pt x="2295259" y="33497"/>
                  </a:lnTo>
                  <a:lnTo>
                    <a:pt x="2334582" y="57903"/>
                  </a:lnTo>
                  <a:lnTo>
                    <a:pt x="2369550" y="87899"/>
                  </a:lnTo>
                  <a:lnTo>
                    <a:pt x="2399546" y="122867"/>
                  </a:lnTo>
                  <a:lnTo>
                    <a:pt x="2423952" y="162190"/>
                  </a:lnTo>
                  <a:lnTo>
                    <a:pt x="2442150" y="205248"/>
                  </a:lnTo>
                  <a:lnTo>
                    <a:pt x="2453522" y="251424"/>
                  </a:lnTo>
                  <a:lnTo>
                    <a:pt x="2457450" y="300100"/>
                  </a:lnTo>
                  <a:lnTo>
                    <a:pt x="2457450" y="1500124"/>
                  </a:lnTo>
                  <a:lnTo>
                    <a:pt x="2453522" y="1548800"/>
                  </a:lnTo>
                  <a:lnTo>
                    <a:pt x="2442150" y="1594976"/>
                  </a:lnTo>
                  <a:lnTo>
                    <a:pt x="2423952" y="1638034"/>
                  </a:lnTo>
                  <a:lnTo>
                    <a:pt x="2399546" y="1677357"/>
                  </a:lnTo>
                  <a:lnTo>
                    <a:pt x="2369550" y="1712325"/>
                  </a:lnTo>
                  <a:lnTo>
                    <a:pt x="2334582" y="1742321"/>
                  </a:lnTo>
                  <a:lnTo>
                    <a:pt x="2295259" y="1766727"/>
                  </a:lnTo>
                  <a:lnTo>
                    <a:pt x="2252201" y="1784925"/>
                  </a:lnTo>
                  <a:lnTo>
                    <a:pt x="2206025" y="1796297"/>
                  </a:lnTo>
                  <a:lnTo>
                    <a:pt x="2157349" y="1800225"/>
                  </a:lnTo>
                  <a:lnTo>
                    <a:pt x="300100" y="1800225"/>
                  </a:lnTo>
                  <a:lnTo>
                    <a:pt x="251424" y="1796297"/>
                  </a:lnTo>
                  <a:lnTo>
                    <a:pt x="205248" y="1784925"/>
                  </a:lnTo>
                  <a:lnTo>
                    <a:pt x="162190" y="1766727"/>
                  </a:lnTo>
                  <a:lnTo>
                    <a:pt x="122867" y="1742321"/>
                  </a:lnTo>
                  <a:lnTo>
                    <a:pt x="87899" y="1712325"/>
                  </a:lnTo>
                  <a:lnTo>
                    <a:pt x="57903" y="1677357"/>
                  </a:lnTo>
                  <a:lnTo>
                    <a:pt x="33497" y="1638034"/>
                  </a:lnTo>
                  <a:lnTo>
                    <a:pt x="15299" y="1594976"/>
                  </a:lnTo>
                  <a:lnTo>
                    <a:pt x="3927" y="1548800"/>
                  </a:lnTo>
                  <a:lnTo>
                    <a:pt x="0" y="1500124"/>
                  </a:lnTo>
                  <a:lnTo>
                    <a:pt x="0" y="3001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30565" y="2969912"/>
            <a:ext cx="2388869" cy="9943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43535" marR="5080" indent="-331470" algn="ctr">
              <a:lnSpc>
                <a:spcPct val="100899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Fine-</a:t>
            </a:r>
            <a:r>
              <a:rPr sz="32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tuned </a:t>
            </a:r>
            <a:r>
              <a:rPr sz="3200" spc="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32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5300" y="1885950"/>
            <a:ext cx="3067050" cy="3261021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Aptos" panose="020B0004020202020204" pitchFamily="34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800">
              <a:latin typeface="Aptos" panose="020B0004020202020204" pitchFamily="34" charset="0"/>
              <a:cs typeface="Times New Roman"/>
            </a:endParaRPr>
          </a:p>
          <a:p>
            <a:pPr marL="93345" marR="1016635">
              <a:lnSpc>
                <a:spcPct val="100800"/>
              </a:lnSpc>
            </a:pPr>
            <a:r>
              <a:rPr sz="1800" spc="90" dirty="0">
                <a:latin typeface="Aptos" panose="020B0004020202020204" pitchFamily="34" charset="0"/>
                <a:cs typeface="Calibri"/>
              </a:rPr>
              <a:t>Classify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5" dirty="0">
                <a:latin typeface="Aptos" panose="020B0004020202020204" pitchFamily="34" charset="0"/>
                <a:cs typeface="Calibri"/>
              </a:rPr>
              <a:t>this</a:t>
            </a:r>
            <a:r>
              <a:rPr sz="1800" spc="-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review: </a:t>
            </a:r>
            <a:r>
              <a:rPr sz="1800" dirty="0">
                <a:latin typeface="Aptos" panose="020B0004020202020204" pitchFamily="34" charset="0"/>
                <a:cs typeface="Calibri"/>
              </a:rPr>
              <a:t>I</a:t>
            </a:r>
            <a:r>
              <a:rPr sz="18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loved</a:t>
            </a:r>
            <a:r>
              <a:rPr sz="1800" spc="9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this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DVD!</a:t>
            </a:r>
            <a:endParaRPr sz="1800">
              <a:latin typeface="Aptos" panose="020B0004020202020204" pitchFamily="34" charset="0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15"/>
              </a:spcBef>
            </a:pPr>
            <a:r>
              <a:rPr sz="1800" spc="10" dirty="0">
                <a:latin typeface="Aptos" panose="020B0004020202020204" pitchFamily="34" charset="0"/>
                <a:cs typeface="Calibri"/>
              </a:rPr>
              <a:t>Sentiment:</a:t>
            </a:r>
            <a:r>
              <a:rPr sz="1800" spc="2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Positive</a:t>
            </a:r>
            <a:endParaRPr sz="1800">
              <a:latin typeface="Aptos" panose="020B0004020202020204" pitchFamily="34" charset="0"/>
              <a:cs typeface="Calibri"/>
            </a:endParaRPr>
          </a:p>
          <a:p>
            <a:pPr marL="93345" marR="1016635">
              <a:lnSpc>
                <a:spcPct val="100800"/>
              </a:lnSpc>
              <a:spcBef>
                <a:spcPts val="2105"/>
              </a:spcBef>
            </a:pPr>
            <a:r>
              <a:rPr sz="1800" spc="90" dirty="0">
                <a:latin typeface="Aptos" panose="020B0004020202020204" pitchFamily="34" charset="0"/>
                <a:cs typeface="Calibri"/>
              </a:rPr>
              <a:t>Classify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5" dirty="0">
                <a:latin typeface="Aptos" panose="020B0004020202020204" pitchFamily="34" charset="0"/>
                <a:cs typeface="Calibri"/>
              </a:rPr>
              <a:t>this</a:t>
            </a:r>
            <a:r>
              <a:rPr sz="1800" spc="-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review: </a:t>
            </a:r>
            <a:r>
              <a:rPr sz="1800" dirty="0">
                <a:latin typeface="Aptos" panose="020B0004020202020204" pitchFamily="34" charset="0"/>
                <a:cs typeface="Calibri"/>
              </a:rPr>
              <a:t>I</a:t>
            </a:r>
            <a:r>
              <a:rPr sz="1800" spc="20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don’t</a:t>
            </a:r>
            <a:r>
              <a:rPr sz="1800" spc="-2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like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20" dirty="0">
                <a:latin typeface="Aptos" panose="020B0004020202020204" pitchFamily="34" charset="0"/>
                <a:cs typeface="Calibri"/>
              </a:rPr>
              <a:t>this</a:t>
            </a:r>
            <a:r>
              <a:rPr sz="1800" spc="50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chair.</a:t>
            </a:r>
            <a:endParaRPr sz="1800">
              <a:latin typeface="Aptos" panose="020B0004020202020204" pitchFamily="34" charset="0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20"/>
              </a:spcBef>
            </a:pPr>
            <a:r>
              <a:rPr sz="1800" spc="10" dirty="0">
                <a:latin typeface="Aptos" panose="020B0004020202020204" pitchFamily="34" charset="0"/>
                <a:cs typeface="Calibri"/>
              </a:rPr>
              <a:t>Sentiment:</a:t>
            </a:r>
            <a:r>
              <a:rPr sz="1800" spc="27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Negative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40930" y="3516460"/>
            <a:ext cx="9239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70" dirty="0">
                <a:latin typeface="Aptos" panose="020B0004020202020204" pitchFamily="34" charset="0"/>
                <a:cs typeface="Calibri"/>
              </a:rPr>
              <a:t>LLM</a:t>
            </a:r>
            <a:r>
              <a:rPr sz="1200" b="1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200" b="1" spc="55" dirty="0">
                <a:latin typeface="Aptos" panose="020B0004020202020204" pitchFamily="34" charset="0"/>
                <a:cs typeface="Calibri"/>
              </a:rPr>
              <a:t>Finetuning</a:t>
            </a:r>
            <a:endParaRPr sz="12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3450" y="2524125"/>
            <a:ext cx="2457450" cy="1809750"/>
            <a:chOff x="933450" y="2524125"/>
            <a:chExt cx="2457450" cy="1809750"/>
          </a:xfrm>
        </p:grpSpPr>
        <p:sp>
          <p:nvSpPr>
            <p:cNvPr id="10" name="object 10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2139950" y="0"/>
                  </a:moveTo>
                  <a:lnTo>
                    <a:pt x="298450" y="0"/>
                  </a:lnTo>
                  <a:lnTo>
                    <a:pt x="250041" y="3905"/>
                  </a:lnTo>
                  <a:lnTo>
                    <a:pt x="204120" y="15213"/>
                  </a:lnTo>
                  <a:lnTo>
                    <a:pt x="161298" y="33309"/>
                  </a:lnTo>
                  <a:lnTo>
                    <a:pt x="122193" y="57578"/>
                  </a:lnTo>
                  <a:lnTo>
                    <a:pt x="87417" y="87407"/>
                  </a:lnTo>
                  <a:lnTo>
                    <a:pt x="57586" y="122182"/>
                  </a:lnTo>
                  <a:lnTo>
                    <a:pt x="33314" y="161287"/>
                  </a:lnTo>
                  <a:lnTo>
                    <a:pt x="15216" y="204110"/>
                  </a:lnTo>
                  <a:lnTo>
                    <a:pt x="3906" y="250035"/>
                  </a:lnTo>
                  <a:lnTo>
                    <a:pt x="0" y="298450"/>
                  </a:lnTo>
                  <a:lnTo>
                    <a:pt x="0" y="1492250"/>
                  </a:lnTo>
                  <a:lnTo>
                    <a:pt x="3906" y="1540664"/>
                  </a:lnTo>
                  <a:lnTo>
                    <a:pt x="15216" y="1586589"/>
                  </a:lnTo>
                  <a:lnTo>
                    <a:pt x="33314" y="1629412"/>
                  </a:lnTo>
                  <a:lnTo>
                    <a:pt x="57586" y="1668517"/>
                  </a:lnTo>
                  <a:lnTo>
                    <a:pt x="87417" y="1703292"/>
                  </a:lnTo>
                  <a:lnTo>
                    <a:pt x="122193" y="1733121"/>
                  </a:lnTo>
                  <a:lnTo>
                    <a:pt x="161298" y="1757390"/>
                  </a:lnTo>
                  <a:lnTo>
                    <a:pt x="204120" y="1775486"/>
                  </a:lnTo>
                  <a:lnTo>
                    <a:pt x="250041" y="1786794"/>
                  </a:lnTo>
                  <a:lnTo>
                    <a:pt x="298450" y="1790700"/>
                  </a:lnTo>
                  <a:lnTo>
                    <a:pt x="2139950" y="1790700"/>
                  </a:lnTo>
                  <a:lnTo>
                    <a:pt x="2188364" y="1786794"/>
                  </a:lnTo>
                  <a:lnTo>
                    <a:pt x="2234289" y="1775486"/>
                  </a:lnTo>
                  <a:lnTo>
                    <a:pt x="2277112" y="1757390"/>
                  </a:lnTo>
                  <a:lnTo>
                    <a:pt x="2316217" y="1733121"/>
                  </a:lnTo>
                  <a:lnTo>
                    <a:pt x="2350992" y="1703292"/>
                  </a:lnTo>
                  <a:lnTo>
                    <a:pt x="2380821" y="1668517"/>
                  </a:lnTo>
                  <a:lnTo>
                    <a:pt x="2405090" y="1629412"/>
                  </a:lnTo>
                  <a:lnTo>
                    <a:pt x="2423186" y="1586589"/>
                  </a:lnTo>
                  <a:lnTo>
                    <a:pt x="2434494" y="1540664"/>
                  </a:lnTo>
                  <a:lnTo>
                    <a:pt x="2438400" y="1492250"/>
                  </a:lnTo>
                  <a:lnTo>
                    <a:pt x="2438400" y="298450"/>
                  </a:lnTo>
                  <a:lnTo>
                    <a:pt x="2434494" y="250035"/>
                  </a:lnTo>
                  <a:lnTo>
                    <a:pt x="2423186" y="204110"/>
                  </a:lnTo>
                  <a:lnTo>
                    <a:pt x="2405090" y="161287"/>
                  </a:lnTo>
                  <a:lnTo>
                    <a:pt x="2380821" y="122182"/>
                  </a:lnTo>
                  <a:lnTo>
                    <a:pt x="2350992" y="87407"/>
                  </a:lnTo>
                  <a:lnTo>
                    <a:pt x="2316217" y="57578"/>
                  </a:lnTo>
                  <a:lnTo>
                    <a:pt x="2277112" y="33309"/>
                  </a:lnTo>
                  <a:lnTo>
                    <a:pt x="2234289" y="15213"/>
                  </a:lnTo>
                  <a:lnTo>
                    <a:pt x="2188364" y="3905"/>
                  </a:lnTo>
                  <a:lnTo>
                    <a:pt x="21399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0" y="298450"/>
                  </a:moveTo>
                  <a:lnTo>
                    <a:pt x="3906" y="250035"/>
                  </a:lnTo>
                  <a:lnTo>
                    <a:pt x="15216" y="204110"/>
                  </a:lnTo>
                  <a:lnTo>
                    <a:pt x="33314" y="161287"/>
                  </a:lnTo>
                  <a:lnTo>
                    <a:pt x="57586" y="122182"/>
                  </a:lnTo>
                  <a:lnTo>
                    <a:pt x="87417" y="87407"/>
                  </a:lnTo>
                  <a:lnTo>
                    <a:pt x="122193" y="57578"/>
                  </a:lnTo>
                  <a:lnTo>
                    <a:pt x="161298" y="33309"/>
                  </a:lnTo>
                  <a:lnTo>
                    <a:pt x="204120" y="15213"/>
                  </a:lnTo>
                  <a:lnTo>
                    <a:pt x="250041" y="3905"/>
                  </a:lnTo>
                  <a:lnTo>
                    <a:pt x="298450" y="0"/>
                  </a:lnTo>
                  <a:lnTo>
                    <a:pt x="2139950" y="0"/>
                  </a:lnTo>
                  <a:lnTo>
                    <a:pt x="2188364" y="3905"/>
                  </a:lnTo>
                  <a:lnTo>
                    <a:pt x="2234289" y="15213"/>
                  </a:lnTo>
                  <a:lnTo>
                    <a:pt x="2277112" y="33309"/>
                  </a:lnTo>
                  <a:lnTo>
                    <a:pt x="2316217" y="57578"/>
                  </a:lnTo>
                  <a:lnTo>
                    <a:pt x="2350992" y="87407"/>
                  </a:lnTo>
                  <a:lnTo>
                    <a:pt x="2380821" y="122182"/>
                  </a:lnTo>
                  <a:lnTo>
                    <a:pt x="2405090" y="161287"/>
                  </a:lnTo>
                  <a:lnTo>
                    <a:pt x="2423186" y="204110"/>
                  </a:lnTo>
                  <a:lnTo>
                    <a:pt x="2434494" y="250035"/>
                  </a:lnTo>
                  <a:lnTo>
                    <a:pt x="2438400" y="298450"/>
                  </a:lnTo>
                  <a:lnTo>
                    <a:pt x="2438400" y="1492250"/>
                  </a:lnTo>
                  <a:lnTo>
                    <a:pt x="2434494" y="1540664"/>
                  </a:lnTo>
                  <a:lnTo>
                    <a:pt x="2423186" y="1586589"/>
                  </a:lnTo>
                  <a:lnTo>
                    <a:pt x="2405090" y="1629412"/>
                  </a:lnTo>
                  <a:lnTo>
                    <a:pt x="2380821" y="1668517"/>
                  </a:lnTo>
                  <a:lnTo>
                    <a:pt x="2350992" y="1703292"/>
                  </a:lnTo>
                  <a:lnTo>
                    <a:pt x="2316217" y="1733121"/>
                  </a:lnTo>
                  <a:lnTo>
                    <a:pt x="2277112" y="1757390"/>
                  </a:lnTo>
                  <a:lnTo>
                    <a:pt x="2234289" y="1775486"/>
                  </a:lnTo>
                  <a:lnTo>
                    <a:pt x="2188364" y="1786794"/>
                  </a:lnTo>
                  <a:lnTo>
                    <a:pt x="2139950" y="1790700"/>
                  </a:lnTo>
                  <a:lnTo>
                    <a:pt x="298450" y="1790700"/>
                  </a:lnTo>
                  <a:lnTo>
                    <a:pt x="250041" y="1786794"/>
                  </a:lnTo>
                  <a:lnTo>
                    <a:pt x="204120" y="1775486"/>
                  </a:lnTo>
                  <a:lnTo>
                    <a:pt x="161298" y="1757390"/>
                  </a:lnTo>
                  <a:lnTo>
                    <a:pt x="122193" y="1733121"/>
                  </a:lnTo>
                  <a:lnTo>
                    <a:pt x="87417" y="1703292"/>
                  </a:lnTo>
                  <a:lnTo>
                    <a:pt x="57586" y="1668517"/>
                  </a:lnTo>
                  <a:lnTo>
                    <a:pt x="33314" y="1629412"/>
                  </a:lnTo>
                  <a:lnTo>
                    <a:pt x="15216" y="1586589"/>
                  </a:lnTo>
                  <a:lnTo>
                    <a:pt x="3906" y="1540664"/>
                  </a:lnTo>
                  <a:lnTo>
                    <a:pt x="0" y="1492250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42976" y="2870032"/>
            <a:ext cx="2428874" cy="1117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6235" marR="5080" indent="-344170" algn="ctr">
              <a:lnSpc>
                <a:spcPct val="100800"/>
              </a:lnSpc>
              <a:spcBef>
                <a:spcPts val="85"/>
              </a:spcBef>
            </a:pPr>
            <a:r>
              <a:rPr sz="36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Pre-</a:t>
            </a:r>
            <a:r>
              <a:rPr sz="36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trained </a:t>
            </a:r>
            <a:r>
              <a:rPr sz="36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36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76650" y="3400425"/>
            <a:ext cx="504825" cy="76200"/>
            <a:chOff x="3676650" y="3400425"/>
            <a:chExt cx="504825" cy="76200"/>
          </a:xfrm>
        </p:grpSpPr>
        <p:sp>
          <p:nvSpPr>
            <p:cNvPr id="14" name="object 14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86650" y="3400425"/>
            <a:ext cx="504825" cy="76200"/>
            <a:chOff x="7486650" y="3400425"/>
            <a:chExt cx="504825" cy="76200"/>
          </a:xfrm>
        </p:grpSpPr>
        <p:sp>
          <p:nvSpPr>
            <p:cNvPr id="17" name="object 17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464299" y="1520253"/>
            <a:ext cx="354622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Task-</a:t>
            </a:r>
            <a:r>
              <a:rPr sz="1800" spc="75" dirty="0">
                <a:latin typeface="Aptos" panose="020B0004020202020204" pitchFamily="34" charset="0"/>
                <a:cs typeface="Calibri"/>
              </a:rPr>
              <a:t>specific</a:t>
            </a:r>
            <a:r>
              <a:rPr sz="1800" spc="25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0" dirty="0">
                <a:latin typeface="Aptos" panose="020B0004020202020204" pitchFamily="34" charset="0"/>
                <a:cs typeface="Calibri"/>
              </a:rPr>
              <a:t>examples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0716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51676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Effect</a:t>
            </a:r>
            <a:r>
              <a:rPr lang="en-US" sz="3600" b="1" spc="-15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</a:t>
            </a:r>
            <a:r>
              <a:rPr lang="en-US" sz="3600" b="1" spc="-13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120" dirty="0">
                <a:solidFill>
                  <a:srgbClr val="3371A5"/>
                </a:solidFill>
                <a:latin typeface="Aptos" panose="020B0004020202020204" pitchFamily="34" charset="0"/>
              </a:rPr>
              <a:t>Tuning</a:t>
            </a:r>
            <a:r>
              <a:rPr lang="en-US" sz="3600" b="1" spc="-7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95" dirty="0">
                <a:solidFill>
                  <a:srgbClr val="3371A5"/>
                </a:solidFill>
                <a:latin typeface="Aptos" panose="020B0004020202020204" pitchFamily="34" charset="0"/>
              </a:rPr>
              <a:t>On</a:t>
            </a:r>
            <a:r>
              <a:rPr lang="en-US" sz="3600" b="1" spc="-14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A</a:t>
            </a:r>
            <a:r>
              <a:rPr lang="en-US" sz="3600" b="1" spc="-14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Single</a:t>
            </a:r>
            <a:r>
              <a:rPr lang="en-US" sz="3600" b="1" spc="-16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20" dirty="0">
                <a:solidFill>
                  <a:srgbClr val="3371A5"/>
                </a:solidFill>
                <a:latin typeface="Aptos" panose="020B0004020202020204" pitchFamily="34" charset="0"/>
              </a:rPr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369" y="1917478"/>
            <a:ext cx="5297488" cy="36897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80" dirty="0">
                <a:solidFill>
                  <a:srgbClr val="FF0000"/>
                </a:solidFill>
                <a:latin typeface="Aptos" panose="020B0004020202020204" pitchFamily="34" charset="0"/>
                <a:cs typeface="Calibri"/>
              </a:rPr>
              <a:t>Catastrophic</a:t>
            </a:r>
            <a:r>
              <a:rPr lang="en-IN" sz="3200" b="1" spc="-80" dirty="0">
                <a:solidFill>
                  <a:srgbClr val="FF0000"/>
                </a:solidFill>
                <a:latin typeface="Aptos" panose="020B0004020202020204" pitchFamily="34" charset="0"/>
                <a:cs typeface="Calibri"/>
              </a:rPr>
              <a:t> </a:t>
            </a:r>
            <a:r>
              <a:rPr lang="en-US" sz="3200" b="1" spc="-80" dirty="0">
                <a:solidFill>
                  <a:srgbClr val="FF0000"/>
                </a:solidFill>
                <a:latin typeface="Aptos" panose="020B0004020202020204" pitchFamily="34" charset="0"/>
                <a:cs typeface="Calibri"/>
              </a:rPr>
              <a:t> </a:t>
            </a:r>
            <a:r>
              <a:rPr sz="3200" b="1" spc="60" dirty="0">
                <a:solidFill>
                  <a:srgbClr val="FF0000"/>
                </a:solidFill>
                <a:latin typeface="Aptos" panose="020B0004020202020204" pitchFamily="34" charset="0"/>
                <a:cs typeface="Calibri"/>
              </a:rPr>
              <a:t>forgetting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3200" dirty="0">
              <a:latin typeface="Aptos" panose="020B0004020202020204" pitchFamily="34" charset="0"/>
              <a:cs typeface="Calibri"/>
            </a:endParaRPr>
          </a:p>
          <a:p>
            <a:pPr marL="240029" marR="5080" indent="-227965">
              <a:lnSpc>
                <a:spcPts val="27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100" dirty="0">
                <a:latin typeface="Aptos" panose="020B0004020202020204" pitchFamily="34" charset="0"/>
                <a:cs typeface="Calibri"/>
              </a:rPr>
              <a:t>Only</a:t>
            </a:r>
            <a:r>
              <a:rPr sz="24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few</a:t>
            </a:r>
            <a:r>
              <a:rPr sz="2400" spc="3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00" dirty="0">
                <a:latin typeface="Aptos" panose="020B0004020202020204" pitchFamily="34" charset="0"/>
                <a:cs typeface="Calibri"/>
              </a:rPr>
              <a:t>thousand</a:t>
            </a:r>
            <a:r>
              <a:rPr sz="24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55" dirty="0">
                <a:latin typeface="Aptos" panose="020B0004020202020204" pitchFamily="34" charset="0"/>
                <a:cs typeface="Calibri"/>
              </a:rPr>
              <a:t>samples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needed</a:t>
            </a:r>
            <a:r>
              <a:rPr sz="2400" spc="-7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for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0" dirty="0">
                <a:latin typeface="Aptos" panose="020B0004020202020204" pitchFamily="34" charset="0"/>
                <a:cs typeface="Calibri"/>
              </a:rPr>
              <a:t>finetuning</a:t>
            </a:r>
            <a:r>
              <a:rPr sz="2400" spc="-8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90" dirty="0">
                <a:latin typeface="Aptos" panose="020B0004020202020204" pitchFamily="34" charset="0"/>
                <a:cs typeface="Calibri"/>
              </a:rPr>
              <a:t>on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a </a:t>
            </a:r>
            <a:r>
              <a:rPr sz="2400" spc="110" dirty="0">
                <a:latin typeface="Aptos" panose="020B0004020202020204" pitchFamily="34" charset="0"/>
                <a:cs typeface="Calibri"/>
              </a:rPr>
              <a:t>task.</a:t>
            </a:r>
            <a:endParaRPr sz="2400" dirty="0">
              <a:latin typeface="Aptos" panose="020B0004020202020204" pitchFamily="34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Arial"/>
              <a:buChar char="•"/>
            </a:pPr>
            <a:endParaRPr sz="2400" dirty="0">
              <a:latin typeface="Aptos" panose="020B0004020202020204" pitchFamily="34" charset="0"/>
              <a:cs typeface="Calibri"/>
            </a:endParaRPr>
          </a:p>
          <a:p>
            <a:pPr marL="240029" marR="78105" indent="-227965">
              <a:lnSpc>
                <a:spcPct val="819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90" dirty="0">
                <a:latin typeface="Aptos" panose="020B0004020202020204" pitchFamily="34" charset="0"/>
                <a:cs typeface="Calibri"/>
              </a:rPr>
              <a:t>Learning</a:t>
            </a:r>
            <a:r>
              <a:rPr sz="24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90" dirty="0">
                <a:latin typeface="Aptos" panose="020B0004020202020204" pitchFamily="34" charset="0"/>
                <a:cs typeface="Calibri"/>
              </a:rPr>
              <a:t>on</a:t>
            </a:r>
            <a:r>
              <a:rPr sz="24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55" dirty="0">
                <a:latin typeface="Aptos" panose="020B0004020202020204" pitchFamily="34" charset="0"/>
                <a:cs typeface="Calibri"/>
              </a:rPr>
              <a:t>a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95" dirty="0">
                <a:latin typeface="Aptos" panose="020B0004020202020204" pitchFamily="34" charset="0"/>
                <a:cs typeface="Calibri"/>
              </a:rPr>
              <a:t>single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10" dirty="0">
                <a:latin typeface="Aptos" panose="020B0004020202020204" pitchFamily="34" charset="0"/>
                <a:cs typeface="Calibri"/>
              </a:rPr>
              <a:t>task </a:t>
            </a:r>
            <a:r>
              <a:rPr sz="2400" dirty="0">
                <a:latin typeface="Aptos" panose="020B0004020202020204" pitchFamily="34" charset="0"/>
                <a:cs typeface="Calibri"/>
              </a:rPr>
              <a:t>with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75" dirty="0">
                <a:latin typeface="Aptos" panose="020B0004020202020204" pitchFamily="34" charset="0"/>
                <a:cs typeface="Calibri"/>
              </a:rPr>
              <a:t>less</a:t>
            </a:r>
            <a:endParaRPr lang="en-US" sz="2400" spc="175" dirty="0">
              <a:latin typeface="Aptos" panose="020B0004020202020204" pitchFamily="34" charset="0"/>
              <a:cs typeface="Calibri"/>
            </a:endParaRPr>
          </a:p>
          <a:p>
            <a:pPr marL="12064" marR="78105">
              <a:lnSpc>
                <a:spcPct val="81900"/>
              </a:lnSpc>
              <a:tabLst>
                <a:tab pos="241300" algn="l"/>
              </a:tabLst>
            </a:pPr>
            <a:r>
              <a:rPr lang="en-IN" sz="2400" spc="175" dirty="0">
                <a:latin typeface="Aptos" panose="020B0004020202020204" pitchFamily="34" charset="0"/>
                <a:cs typeface="Calibri"/>
              </a:rPr>
              <a:t> 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data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65" dirty="0">
                <a:latin typeface="Aptos" panose="020B0004020202020204" pitchFamily="34" charset="0"/>
                <a:cs typeface="Calibri"/>
              </a:rPr>
              <a:t>can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25" dirty="0">
                <a:latin typeface="Aptos" panose="020B0004020202020204" pitchFamily="34" charset="0"/>
                <a:cs typeface="Calibri"/>
              </a:rPr>
              <a:t>lead</a:t>
            </a:r>
            <a:r>
              <a:rPr sz="24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to </a:t>
            </a:r>
            <a:r>
              <a:rPr sz="2400" spc="80" dirty="0">
                <a:latin typeface="Aptos" panose="020B0004020202020204" pitchFamily="34" charset="0"/>
                <a:cs typeface="Calibri"/>
              </a:rPr>
              <a:t>reduction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in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ability</a:t>
            </a:r>
            <a:endParaRPr lang="en-US" sz="2400" spc="55" dirty="0">
              <a:latin typeface="Aptos" panose="020B0004020202020204" pitchFamily="34" charset="0"/>
              <a:cs typeface="Calibri"/>
            </a:endParaRPr>
          </a:p>
          <a:p>
            <a:pPr marL="12064" marR="78105">
              <a:lnSpc>
                <a:spcPct val="81900"/>
              </a:lnSpc>
              <a:tabLst>
                <a:tab pos="241300" algn="l"/>
              </a:tabLst>
            </a:pPr>
            <a:r>
              <a:rPr lang="en-IN" sz="2400" spc="55" dirty="0">
                <a:latin typeface="Aptos" panose="020B0004020202020204" pitchFamily="34" charset="0"/>
                <a:cs typeface="Calibri"/>
              </a:rPr>
              <a:t>   </a:t>
            </a:r>
            <a:r>
              <a:rPr sz="2400" spc="90" dirty="0">
                <a:latin typeface="Aptos" panose="020B0004020202020204" pitchFamily="34" charset="0"/>
                <a:cs typeface="Calibri"/>
              </a:rPr>
              <a:t>on</a:t>
            </a:r>
            <a:r>
              <a:rPr sz="24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other </a:t>
            </a:r>
            <a:r>
              <a:rPr sz="2400" spc="145" dirty="0">
                <a:latin typeface="Aptos" panose="020B0004020202020204" pitchFamily="34" charset="0"/>
                <a:cs typeface="Calibri"/>
              </a:rPr>
              <a:t>tasks</a:t>
            </a:r>
            <a:endParaRPr lang="en-US" sz="2400" spc="145" dirty="0">
              <a:latin typeface="Aptos" panose="020B0004020202020204" pitchFamily="34" charset="0"/>
              <a:cs typeface="Calibri"/>
            </a:endParaRPr>
          </a:p>
          <a:p>
            <a:pPr marL="12064" marR="78105">
              <a:lnSpc>
                <a:spcPct val="81900"/>
              </a:lnSpc>
              <a:tabLst>
                <a:tab pos="241300" algn="l"/>
              </a:tabLst>
            </a:pPr>
            <a:endParaRPr lang="en-US" spc="145" dirty="0">
              <a:latin typeface="Aptos" panose="020B0004020202020204" pitchFamily="34" charset="0"/>
              <a:cs typeface="Calibri"/>
            </a:endParaRPr>
          </a:p>
          <a:p>
            <a:pPr marL="12064" marR="78105">
              <a:lnSpc>
                <a:spcPct val="81900"/>
              </a:lnSpc>
              <a:tabLst>
                <a:tab pos="241300" algn="l"/>
              </a:tabLst>
            </a:pPr>
            <a:endParaRPr dirty="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6" y="2281238"/>
            <a:ext cx="606742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8" y="369690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-95" dirty="0">
                <a:solidFill>
                  <a:srgbClr val="3371A5"/>
                </a:solidFill>
                <a:latin typeface="Aptos" panose="020B0004020202020204" pitchFamily="34" charset="0"/>
              </a:rPr>
              <a:t>Multi-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task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10" dirty="0">
                <a:solidFill>
                  <a:srgbClr val="3371A5"/>
                </a:solidFill>
                <a:latin typeface="Aptos" panose="020B0004020202020204" pitchFamily="34" charset="0"/>
              </a:rPr>
              <a:t>finetuning</a:t>
            </a: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</a:t>
            </a:r>
            <a:r>
              <a:rPr sz="3600" b="1" spc="-8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35" dirty="0">
                <a:solidFill>
                  <a:srgbClr val="3371A5"/>
                </a:solidFill>
                <a:latin typeface="Aptos" panose="020B0004020202020204" pitchFamily="34" charset="0"/>
              </a:rPr>
              <a:t>LLM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0" y="2647950"/>
            <a:ext cx="2476500" cy="1819275"/>
            <a:chOff x="8286750" y="2647950"/>
            <a:chExt cx="2476500" cy="1819275"/>
          </a:xfrm>
        </p:grpSpPr>
        <p:sp>
          <p:nvSpPr>
            <p:cNvPr id="4" name="object 4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2157349" y="0"/>
                  </a:moveTo>
                  <a:lnTo>
                    <a:pt x="300100" y="0"/>
                  </a:ln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0" y="1500124"/>
                  </a:lnTo>
                  <a:lnTo>
                    <a:pt x="3927" y="1548800"/>
                  </a:lnTo>
                  <a:lnTo>
                    <a:pt x="15299" y="1594976"/>
                  </a:lnTo>
                  <a:lnTo>
                    <a:pt x="33497" y="1638034"/>
                  </a:lnTo>
                  <a:lnTo>
                    <a:pt x="57903" y="1677357"/>
                  </a:lnTo>
                  <a:lnTo>
                    <a:pt x="87899" y="1712325"/>
                  </a:lnTo>
                  <a:lnTo>
                    <a:pt x="122867" y="1742321"/>
                  </a:lnTo>
                  <a:lnTo>
                    <a:pt x="162190" y="1766727"/>
                  </a:lnTo>
                  <a:lnTo>
                    <a:pt x="205248" y="1784925"/>
                  </a:lnTo>
                  <a:lnTo>
                    <a:pt x="251424" y="1796297"/>
                  </a:lnTo>
                  <a:lnTo>
                    <a:pt x="300100" y="1800225"/>
                  </a:lnTo>
                  <a:lnTo>
                    <a:pt x="2157349" y="1800225"/>
                  </a:lnTo>
                  <a:lnTo>
                    <a:pt x="2206025" y="1796297"/>
                  </a:lnTo>
                  <a:lnTo>
                    <a:pt x="2252201" y="1784925"/>
                  </a:lnTo>
                  <a:lnTo>
                    <a:pt x="2295259" y="1766727"/>
                  </a:lnTo>
                  <a:lnTo>
                    <a:pt x="2334582" y="1742321"/>
                  </a:lnTo>
                  <a:lnTo>
                    <a:pt x="2369550" y="1712325"/>
                  </a:lnTo>
                  <a:lnTo>
                    <a:pt x="2399546" y="1677357"/>
                  </a:lnTo>
                  <a:lnTo>
                    <a:pt x="2423952" y="1638034"/>
                  </a:lnTo>
                  <a:lnTo>
                    <a:pt x="2442150" y="1594976"/>
                  </a:lnTo>
                  <a:lnTo>
                    <a:pt x="2453522" y="1548800"/>
                  </a:lnTo>
                  <a:lnTo>
                    <a:pt x="2457450" y="1500124"/>
                  </a:lnTo>
                  <a:lnTo>
                    <a:pt x="2457450" y="300100"/>
                  </a:lnTo>
                  <a:lnTo>
                    <a:pt x="2453522" y="251424"/>
                  </a:lnTo>
                  <a:lnTo>
                    <a:pt x="2442150" y="205248"/>
                  </a:lnTo>
                  <a:lnTo>
                    <a:pt x="2423952" y="162190"/>
                  </a:lnTo>
                  <a:lnTo>
                    <a:pt x="2399546" y="122867"/>
                  </a:lnTo>
                  <a:lnTo>
                    <a:pt x="2369550" y="87899"/>
                  </a:lnTo>
                  <a:lnTo>
                    <a:pt x="2334582" y="57903"/>
                  </a:lnTo>
                  <a:lnTo>
                    <a:pt x="2295259" y="33497"/>
                  </a:lnTo>
                  <a:lnTo>
                    <a:pt x="2252201" y="15299"/>
                  </a:lnTo>
                  <a:lnTo>
                    <a:pt x="2206025" y="3927"/>
                  </a:lnTo>
                  <a:lnTo>
                    <a:pt x="215734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296275" y="2657475"/>
              <a:ext cx="2457450" cy="1800225"/>
            </a:xfrm>
            <a:custGeom>
              <a:avLst/>
              <a:gdLst/>
              <a:ahLst/>
              <a:cxnLst/>
              <a:rect l="l" t="t" r="r" b="b"/>
              <a:pathLst>
                <a:path w="2457450" h="1800225">
                  <a:moveTo>
                    <a:pt x="0" y="300100"/>
                  </a:moveTo>
                  <a:lnTo>
                    <a:pt x="3927" y="251424"/>
                  </a:lnTo>
                  <a:lnTo>
                    <a:pt x="15299" y="205248"/>
                  </a:lnTo>
                  <a:lnTo>
                    <a:pt x="33497" y="162190"/>
                  </a:lnTo>
                  <a:lnTo>
                    <a:pt x="57903" y="122867"/>
                  </a:lnTo>
                  <a:lnTo>
                    <a:pt x="87899" y="87899"/>
                  </a:lnTo>
                  <a:lnTo>
                    <a:pt x="122867" y="57903"/>
                  </a:lnTo>
                  <a:lnTo>
                    <a:pt x="162190" y="33497"/>
                  </a:lnTo>
                  <a:lnTo>
                    <a:pt x="205248" y="15299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2157349" y="0"/>
                  </a:lnTo>
                  <a:lnTo>
                    <a:pt x="2206025" y="3927"/>
                  </a:lnTo>
                  <a:lnTo>
                    <a:pt x="2252201" y="15299"/>
                  </a:lnTo>
                  <a:lnTo>
                    <a:pt x="2295259" y="33497"/>
                  </a:lnTo>
                  <a:lnTo>
                    <a:pt x="2334582" y="57903"/>
                  </a:lnTo>
                  <a:lnTo>
                    <a:pt x="2369550" y="87899"/>
                  </a:lnTo>
                  <a:lnTo>
                    <a:pt x="2399546" y="122867"/>
                  </a:lnTo>
                  <a:lnTo>
                    <a:pt x="2423952" y="162190"/>
                  </a:lnTo>
                  <a:lnTo>
                    <a:pt x="2442150" y="205248"/>
                  </a:lnTo>
                  <a:lnTo>
                    <a:pt x="2453522" y="251424"/>
                  </a:lnTo>
                  <a:lnTo>
                    <a:pt x="2457450" y="300100"/>
                  </a:lnTo>
                  <a:lnTo>
                    <a:pt x="2457450" y="1500124"/>
                  </a:lnTo>
                  <a:lnTo>
                    <a:pt x="2453522" y="1548800"/>
                  </a:lnTo>
                  <a:lnTo>
                    <a:pt x="2442150" y="1594976"/>
                  </a:lnTo>
                  <a:lnTo>
                    <a:pt x="2423952" y="1638034"/>
                  </a:lnTo>
                  <a:lnTo>
                    <a:pt x="2399546" y="1677357"/>
                  </a:lnTo>
                  <a:lnTo>
                    <a:pt x="2369550" y="1712325"/>
                  </a:lnTo>
                  <a:lnTo>
                    <a:pt x="2334582" y="1742321"/>
                  </a:lnTo>
                  <a:lnTo>
                    <a:pt x="2295259" y="1766727"/>
                  </a:lnTo>
                  <a:lnTo>
                    <a:pt x="2252201" y="1784925"/>
                  </a:lnTo>
                  <a:lnTo>
                    <a:pt x="2206025" y="1796297"/>
                  </a:lnTo>
                  <a:lnTo>
                    <a:pt x="2157349" y="1800225"/>
                  </a:lnTo>
                  <a:lnTo>
                    <a:pt x="300100" y="1800225"/>
                  </a:lnTo>
                  <a:lnTo>
                    <a:pt x="251424" y="1796297"/>
                  </a:lnTo>
                  <a:lnTo>
                    <a:pt x="205248" y="1784925"/>
                  </a:lnTo>
                  <a:lnTo>
                    <a:pt x="162190" y="1766727"/>
                  </a:lnTo>
                  <a:lnTo>
                    <a:pt x="122867" y="1742321"/>
                  </a:lnTo>
                  <a:lnTo>
                    <a:pt x="87899" y="1712325"/>
                  </a:lnTo>
                  <a:lnTo>
                    <a:pt x="57903" y="1677357"/>
                  </a:lnTo>
                  <a:lnTo>
                    <a:pt x="33497" y="1638034"/>
                  </a:lnTo>
                  <a:lnTo>
                    <a:pt x="15299" y="1594976"/>
                  </a:lnTo>
                  <a:lnTo>
                    <a:pt x="3927" y="1548800"/>
                  </a:lnTo>
                  <a:lnTo>
                    <a:pt x="0" y="1500124"/>
                  </a:lnTo>
                  <a:lnTo>
                    <a:pt x="0" y="3001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82964" y="3255962"/>
            <a:ext cx="109728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43535" marR="5080" indent="-33147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Fine-</a:t>
            </a:r>
            <a:r>
              <a:rPr sz="1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tuned </a:t>
            </a:r>
            <a:r>
              <a:rPr sz="1800" spc="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5300" y="1885950"/>
            <a:ext cx="3067050" cy="652936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93345" marR="551180">
              <a:lnSpc>
                <a:spcPct val="100899"/>
              </a:lnSpc>
              <a:spcBef>
                <a:spcPts val="775"/>
              </a:spcBef>
            </a:pPr>
            <a:r>
              <a:rPr sz="1800" spc="55" dirty="0">
                <a:latin typeface="Aptos" panose="020B0004020202020204" pitchFamily="34" charset="0"/>
                <a:cs typeface="Calibri"/>
              </a:rPr>
              <a:t>Summarize</a:t>
            </a:r>
            <a:r>
              <a:rPr sz="18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the</a:t>
            </a:r>
            <a:r>
              <a:rPr sz="1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following text: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1570" y="5234770"/>
            <a:ext cx="15894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70" dirty="0">
                <a:latin typeface="Aptos" panose="020B0004020202020204" pitchFamily="34" charset="0"/>
                <a:cs typeface="Calibri"/>
              </a:rPr>
              <a:t>LLM</a:t>
            </a:r>
            <a:r>
              <a:rPr sz="1800" b="1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800" b="1" spc="55" dirty="0">
                <a:latin typeface="Aptos" panose="020B0004020202020204" pitchFamily="34" charset="0"/>
                <a:cs typeface="Calibri"/>
              </a:rPr>
              <a:t>Finetuning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3450" y="2524125"/>
            <a:ext cx="2457450" cy="1809750"/>
            <a:chOff x="933450" y="2524125"/>
            <a:chExt cx="2457450" cy="1809750"/>
          </a:xfrm>
        </p:grpSpPr>
        <p:sp>
          <p:nvSpPr>
            <p:cNvPr id="10" name="object 10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2139950" y="0"/>
                  </a:moveTo>
                  <a:lnTo>
                    <a:pt x="298450" y="0"/>
                  </a:lnTo>
                  <a:lnTo>
                    <a:pt x="250041" y="3905"/>
                  </a:lnTo>
                  <a:lnTo>
                    <a:pt x="204120" y="15213"/>
                  </a:lnTo>
                  <a:lnTo>
                    <a:pt x="161298" y="33309"/>
                  </a:lnTo>
                  <a:lnTo>
                    <a:pt x="122193" y="57578"/>
                  </a:lnTo>
                  <a:lnTo>
                    <a:pt x="87417" y="87407"/>
                  </a:lnTo>
                  <a:lnTo>
                    <a:pt x="57586" y="122182"/>
                  </a:lnTo>
                  <a:lnTo>
                    <a:pt x="33314" y="161287"/>
                  </a:lnTo>
                  <a:lnTo>
                    <a:pt x="15216" y="204110"/>
                  </a:lnTo>
                  <a:lnTo>
                    <a:pt x="3906" y="250035"/>
                  </a:lnTo>
                  <a:lnTo>
                    <a:pt x="0" y="298450"/>
                  </a:lnTo>
                  <a:lnTo>
                    <a:pt x="0" y="1492250"/>
                  </a:lnTo>
                  <a:lnTo>
                    <a:pt x="3906" y="1540664"/>
                  </a:lnTo>
                  <a:lnTo>
                    <a:pt x="15216" y="1586589"/>
                  </a:lnTo>
                  <a:lnTo>
                    <a:pt x="33314" y="1629412"/>
                  </a:lnTo>
                  <a:lnTo>
                    <a:pt x="57586" y="1668517"/>
                  </a:lnTo>
                  <a:lnTo>
                    <a:pt x="87417" y="1703292"/>
                  </a:lnTo>
                  <a:lnTo>
                    <a:pt x="122193" y="1733121"/>
                  </a:lnTo>
                  <a:lnTo>
                    <a:pt x="161298" y="1757390"/>
                  </a:lnTo>
                  <a:lnTo>
                    <a:pt x="204120" y="1775486"/>
                  </a:lnTo>
                  <a:lnTo>
                    <a:pt x="250041" y="1786794"/>
                  </a:lnTo>
                  <a:lnTo>
                    <a:pt x="298450" y="1790700"/>
                  </a:lnTo>
                  <a:lnTo>
                    <a:pt x="2139950" y="1790700"/>
                  </a:lnTo>
                  <a:lnTo>
                    <a:pt x="2188364" y="1786794"/>
                  </a:lnTo>
                  <a:lnTo>
                    <a:pt x="2234289" y="1775486"/>
                  </a:lnTo>
                  <a:lnTo>
                    <a:pt x="2277112" y="1757390"/>
                  </a:lnTo>
                  <a:lnTo>
                    <a:pt x="2316217" y="1733121"/>
                  </a:lnTo>
                  <a:lnTo>
                    <a:pt x="2350992" y="1703292"/>
                  </a:lnTo>
                  <a:lnTo>
                    <a:pt x="2380821" y="1668517"/>
                  </a:lnTo>
                  <a:lnTo>
                    <a:pt x="2405090" y="1629412"/>
                  </a:lnTo>
                  <a:lnTo>
                    <a:pt x="2423186" y="1586589"/>
                  </a:lnTo>
                  <a:lnTo>
                    <a:pt x="2434494" y="1540664"/>
                  </a:lnTo>
                  <a:lnTo>
                    <a:pt x="2438400" y="1492250"/>
                  </a:lnTo>
                  <a:lnTo>
                    <a:pt x="2438400" y="298450"/>
                  </a:lnTo>
                  <a:lnTo>
                    <a:pt x="2434494" y="250035"/>
                  </a:lnTo>
                  <a:lnTo>
                    <a:pt x="2423186" y="204110"/>
                  </a:lnTo>
                  <a:lnTo>
                    <a:pt x="2405090" y="161287"/>
                  </a:lnTo>
                  <a:lnTo>
                    <a:pt x="2380821" y="122182"/>
                  </a:lnTo>
                  <a:lnTo>
                    <a:pt x="2350992" y="87407"/>
                  </a:lnTo>
                  <a:lnTo>
                    <a:pt x="2316217" y="57578"/>
                  </a:lnTo>
                  <a:lnTo>
                    <a:pt x="2277112" y="33309"/>
                  </a:lnTo>
                  <a:lnTo>
                    <a:pt x="2234289" y="15213"/>
                  </a:lnTo>
                  <a:lnTo>
                    <a:pt x="2188364" y="3905"/>
                  </a:lnTo>
                  <a:lnTo>
                    <a:pt x="21399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42975" y="2533650"/>
              <a:ext cx="2438400" cy="1790700"/>
            </a:xfrm>
            <a:custGeom>
              <a:avLst/>
              <a:gdLst/>
              <a:ahLst/>
              <a:cxnLst/>
              <a:rect l="l" t="t" r="r" b="b"/>
              <a:pathLst>
                <a:path w="2438400" h="1790700">
                  <a:moveTo>
                    <a:pt x="0" y="298450"/>
                  </a:moveTo>
                  <a:lnTo>
                    <a:pt x="3906" y="250035"/>
                  </a:lnTo>
                  <a:lnTo>
                    <a:pt x="15216" y="204110"/>
                  </a:lnTo>
                  <a:lnTo>
                    <a:pt x="33314" y="161287"/>
                  </a:lnTo>
                  <a:lnTo>
                    <a:pt x="57586" y="122182"/>
                  </a:lnTo>
                  <a:lnTo>
                    <a:pt x="87417" y="87407"/>
                  </a:lnTo>
                  <a:lnTo>
                    <a:pt x="122193" y="57578"/>
                  </a:lnTo>
                  <a:lnTo>
                    <a:pt x="161298" y="33309"/>
                  </a:lnTo>
                  <a:lnTo>
                    <a:pt x="204120" y="15213"/>
                  </a:lnTo>
                  <a:lnTo>
                    <a:pt x="250041" y="3905"/>
                  </a:lnTo>
                  <a:lnTo>
                    <a:pt x="298450" y="0"/>
                  </a:lnTo>
                  <a:lnTo>
                    <a:pt x="2139950" y="0"/>
                  </a:lnTo>
                  <a:lnTo>
                    <a:pt x="2188364" y="3905"/>
                  </a:lnTo>
                  <a:lnTo>
                    <a:pt x="2234289" y="15213"/>
                  </a:lnTo>
                  <a:lnTo>
                    <a:pt x="2277112" y="33309"/>
                  </a:lnTo>
                  <a:lnTo>
                    <a:pt x="2316217" y="57578"/>
                  </a:lnTo>
                  <a:lnTo>
                    <a:pt x="2350992" y="87407"/>
                  </a:lnTo>
                  <a:lnTo>
                    <a:pt x="2380821" y="122182"/>
                  </a:lnTo>
                  <a:lnTo>
                    <a:pt x="2405090" y="161287"/>
                  </a:lnTo>
                  <a:lnTo>
                    <a:pt x="2423186" y="204110"/>
                  </a:lnTo>
                  <a:lnTo>
                    <a:pt x="2434494" y="250035"/>
                  </a:lnTo>
                  <a:lnTo>
                    <a:pt x="2438400" y="298450"/>
                  </a:lnTo>
                  <a:lnTo>
                    <a:pt x="2438400" y="1492250"/>
                  </a:lnTo>
                  <a:lnTo>
                    <a:pt x="2434494" y="1540664"/>
                  </a:lnTo>
                  <a:lnTo>
                    <a:pt x="2423186" y="1586589"/>
                  </a:lnTo>
                  <a:lnTo>
                    <a:pt x="2405090" y="1629412"/>
                  </a:lnTo>
                  <a:lnTo>
                    <a:pt x="2380821" y="1668517"/>
                  </a:lnTo>
                  <a:lnTo>
                    <a:pt x="2350992" y="1703292"/>
                  </a:lnTo>
                  <a:lnTo>
                    <a:pt x="2316217" y="1733121"/>
                  </a:lnTo>
                  <a:lnTo>
                    <a:pt x="2277112" y="1757390"/>
                  </a:lnTo>
                  <a:lnTo>
                    <a:pt x="2234289" y="1775486"/>
                  </a:lnTo>
                  <a:lnTo>
                    <a:pt x="2188364" y="1786794"/>
                  </a:lnTo>
                  <a:lnTo>
                    <a:pt x="2139950" y="1790700"/>
                  </a:lnTo>
                  <a:lnTo>
                    <a:pt x="298450" y="1790700"/>
                  </a:lnTo>
                  <a:lnTo>
                    <a:pt x="250041" y="1786794"/>
                  </a:lnTo>
                  <a:lnTo>
                    <a:pt x="204120" y="1775486"/>
                  </a:lnTo>
                  <a:lnTo>
                    <a:pt x="161298" y="1757390"/>
                  </a:lnTo>
                  <a:lnTo>
                    <a:pt x="122193" y="1733121"/>
                  </a:lnTo>
                  <a:lnTo>
                    <a:pt x="87417" y="1703292"/>
                  </a:lnTo>
                  <a:lnTo>
                    <a:pt x="57586" y="1668517"/>
                  </a:lnTo>
                  <a:lnTo>
                    <a:pt x="33314" y="1629412"/>
                  </a:lnTo>
                  <a:lnTo>
                    <a:pt x="15216" y="1586589"/>
                  </a:lnTo>
                  <a:lnTo>
                    <a:pt x="3906" y="1540664"/>
                  </a:lnTo>
                  <a:lnTo>
                    <a:pt x="0" y="1492250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3628" y="3128962"/>
            <a:ext cx="111696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6235" marR="5080" indent="-34417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Pre-</a:t>
            </a:r>
            <a:r>
              <a:rPr sz="1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trained </a:t>
            </a: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76650" y="3400425"/>
            <a:ext cx="504825" cy="76200"/>
            <a:chOff x="3676650" y="3400425"/>
            <a:chExt cx="504825" cy="76200"/>
          </a:xfrm>
        </p:grpSpPr>
        <p:sp>
          <p:nvSpPr>
            <p:cNvPr id="14" name="object 14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8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86650" y="3400425"/>
            <a:ext cx="504825" cy="76200"/>
            <a:chOff x="7486650" y="3400425"/>
            <a:chExt cx="504825" cy="76200"/>
          </a:xfrm>
        </p:grpSpPr>
        <p:sp>
          <p:nvSpPr>
            <p:cNvPr id="17" name="object 17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457200" y="0"/>
                  </a:moveTo>
                  <a:lnTo>
                    <a:pt x="457200" y="14224"/>
                  </a:lnTo>
                  <a:lnTo>
                    <a:pt x="0" y="14224"/>
                  </a:lnTo>
                  <a:lnTo>
                    <a:pt x="0" y="42799"/>
                  </a:lnTo>
                  <a:lnTo>
                    <a:pt x="457200" y="42799"/>
                  </a:lnTo>
                  <a:lnTo>
                    <a:pt x="457200" y="57150"/>
                  </a:lnTo>
                  <a:lnTo>
                    <a:pt x="485775" y="285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496175" y="3409950"/>
              <a:ext cx="485775" cy="57150"/>
            </a:xfrm>
            <a:custGeom>
              <a:avLst/>
              <a:gdLst/>
              <a:ahLst/>
              <a:cxnLst/>
              <a:rect l="l" t="t" r="r" b="b"/>
              <a:pathLst>
                <a:path w="485775" h="57150">
                  <a:moveTo>
                    <a:pt x="0" y="14224"/>
                  </a:moveTo>
                  <a:lnTo>
                    <a:pt x="457200" y="14224"/>
                  </a:lnTo>
                  <a:lnTo>
                    <a:pt x="457200" y="0"/>
                  </a:lnTo>
                  <a:lnTo>
                    <a:pt x="485775" y="28575"/>
                  </a:lnTo>
                  <a:lnTo>
                    <a:pt x="457200" y="57150"/>
                  </a:lnTo>
                  <a:lnTo>
                    <a:pt x="457200" y="42799"/>
                  </a:lnTo>
                  <a:lnTo>
                    <a:pt x="0" y="42799"/>
                  </a:lnTo>
                  <a:lnTo>
                    <a:pt x="0" y="142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05300" y="2781300"/>
            <a:ext cx="3067050" cy="382797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825"/>
              </a:spcBef>
            </a:pPr>
            <a:r>
              <a:rPr sz="1800" spc="55" dirty="0">
                <a:latin typeface="Aptos" panose="020B0004020202020204" pitchFamily="34" charset="0"/>
                <a:cs typeface="Calibri"/>
              </a:rPr>
              <a:t>Rate</a:t>
            </a:r>
            <a:r>
              <a:rPr sz="1800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5" dirty="0">
                <a:latin typeface="Aptos" panose="020B0004020202020204" pitchFamily="34" charset="0"/>
                <a:cs typeface="Calibri"/>
              </a:rPr>
              <a:t>this</a:t>
            </a:r>
            <a:r>
              <a:rPr sz="1800" spc="-10" dirty="0">
                <a:latin typeface="Aptos" panose="020B0004020202020204" pitchFamily="34" charset="0"/>
                <a:cs typeface="Calibri"/>
              </a:rPr>
              <a:t> review: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5300" y="3686175"/>
            <a:ext cx="3067050" cy="377026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Translate</a:t>
            </a:r>
            <a:r>
              <a:rPr sz="1800" spc="80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into</a:t>
            </a:r>
            <a:r>
              <a:rPr sz="1800" spc="12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Python</a:t>
            </a:r>
            <a:r>
              <a:rPr sz="1800" spc="12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45" dirty="0">
                <a:latin typeface="Aptos" panose="020B0004020202020204" pitchFamily="34" charset="0"/>
                <a:cs typeface="Calibri"/>
              </a:rPr>
              <a:t>code: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5300" y="4600575"/>
            <a:ext cx="3067050" cy="380232"/>
          </a:xfrm>
          <a:prstGeom prst="rect">
            <a:avLst/>
          </a:prstGeom>
          <a:solidFill>
            <a:srgbClr val="E8E8E8"/>
          </a:solidFill>
          <a:ln w="19050">
            <a:solidFill>
              <a:srgbClr val="04233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Identify the</a:t>
            </a:r>
            <a:r>
              <a:rPr sz="1800" spc="114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70" dirty="0">
                <a:latin typeface="Aptos" panose="020B0004020202020204" pitchFamily="34" charset="0"/>
                <a:cs typeface="Calibri"/>
              </a:rPr>
              <a:t>places: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97F20E-B024-6FF8-E955-F87A714C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3371A5"/>
                </a:solidFill>
              </a:rPr>
              <a:t>PEFT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E2C1C-2878-7BFE-AF76-55A54E9EB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300720" cy="1500187"/>
          </a:xfrm>
        </p:spPr>
        <p:txBody>
          <a:bodyPr/>
          <a:lstStyle/>
          <a:p>
            <a:r>
              <a:rPr lang="en-IN" dirty="0"/>
              <a:t>Parameter Efficient Fine Tuning</a:t>
            </a:r>
          </a:p>
        </p:txBody>
      </p:sp>
    </p:spTree>
    <p:extLst>
      <p:ext uri="{BB962C8B-B14F-4D97-AF65-F5344CB8AC3E}">
        <p14:creationId xmlns:p14="http://schemas.microsoft.com/office/powerpoint/2010/main" val="199159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47" y="336751"/>
            <a:ext cx="11584705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Full</a:t>
            </a:r>
            <a:r>
              <a:rPr sz="3600" b="1" spc="-1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30" dirty="0">
                <a:solidFill>
                  <a:srgbClr val="3371A5"/>
                </a:solidFill>
                <a:latin typeface="Aptos" panose="020B0004020202020204" pitchFamily="34" charset="0"/>
              </a:rPr>
              <a:t>fine-</a:t>
            </a:r>
            <a:r>
              <a:rPr sz="3600" b="1" spc="-130" dirty="0">
                <a:solidFill>
                  <a:srgbClr val="3371A5"/>
                </a:solidFill>
                <a:latin typeface="Aptos" panose="020B0004020202020204" pitchFamily="34" charset="0"/>
              </a:rPr>
              <a:t>tuning</a:t>
            </a:r>
            <a:r>
              <a:rPr sz="3600" b="1" spc="-14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</a:t>
            </a:r>
            <a:r>
              <a:rPr sz="3600" b="1" spc="-13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70" dirty="0">
                <a:solidFill>
                  <a:srgbClr val="3371A5"/>
                </a:solidFill>
                <a:latin typeface="Aptos" panose="020B0004020202020204" pitchFamily="34" charset="0"/>
              </a:rPr>
              <a:t>large</a:t>
            </a:r>
            <a:r>
              <a:rPr sz="3600" b="1" spc="-16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125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  <a:r>
              <a:rPr sz="3600" b="1" spc="-11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95" dirty="0">
                <a:solidFill>
                  <a:srgbClr val="3371A5"/>
                </a:solidFill>
                <a:latin typeface="Aptos" panose="020B0004020202020204" pitchFamily="34" charset="0"/>
              </a:rPr>
              <a:t>is</a:t>
            </a:r>
            <a:r>
              <a:rPr sz="3600" b="1" spc="-17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challenging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7125" y="2171700"/>
            <a:ext cx="3695700" cy="3657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1500" y="1668462"/>
            <a:ext cx="5932170" cy="44521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1083310" indent="-342900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sz="2400" spc="85" dirty="0">
                <a:latin typeface="Aptos" panose="020B0004020202020204" pitchFamily="34" charset="0"/>
                <a:cs typeface="Calibri"/>
              </a:rPr>
              <a:t>Full</a:t>
            </a:r>
            <a:r>
              <a:rPr sz="2400" spc="15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finetuning</a:t>
            </a:r>
            <a:r>
              <a:rPr sz="2400" spc="13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requires</a:t>
            </a:r>
            <a:r>
              <a:rPr sz="2400" spc="13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large 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number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of</a:t>
            </a:r>
            <a:r>
              <a:rPr sz="24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computational 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resources.</a:t>
            </a:r>
            <a:endParaRPr sz="2400" dirty="0">
              <a:latin typeface="Aptos" panose="020B0004020202020204" pitchFamily="34" charset="0"/>
              <a:cs typeface="Calibri"/>
            </a:endParaRPr>
          </a:p>
          <a:p>
            <a:pPr marL="355600" marR="270510" indent="-342900">
              <a:lnSpc>
                <a:spcPct val="100400"/>
              </a:lnSpc>
              <a:spcBef>
                <a:spcPts val="2895"/>
              </a:spcBef>
              <a:buFont typeface="Arial" panose="020B0604020202020204" pitchFamily="34" charset="0"/>
              <a:buChar char="•"/>
            </a:pPr>
            <a:r>
              <a:rPr sz="2400" spc="130" dirty="0">
                <a:latin typeface="Aptos" panose="020B0004020202020204" pitchFamily="34" charset="0"/>
                <a:cs typeface="Calibri"/>
              </a:rPr>
              <a:t>GPU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0" dirty="0">
                <a:latin typeface="Aptos" panose="020B0004020202020204" pitchFamily="34" charset="0"/>
                <a:cs typeface="Calibri"/>
              </a:rPr>
              <a:t>memory</a:t>
            </a:r>
            <a:r>
              <a:rPr sz="2400" spc="4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requirement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is </a:t>
            </a:r>
            <a:r>
              <a:rPr sz="2400" spc="45" dirty="0">
                <a:latin typeface="Aptos" panose="020B0004020202020204" pitchFamily="34" charset="0"/>
                <a:cs typeface="Calibri"/>
              </a:rPr>
              <a:t>equivalent</a:t>
            </a:r>
            <a:r>
              <a:rPr sz="2400" spc="-8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to</a:t>
            </a:r>
            <a:r>
              <a:rPr sz="240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training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the</a:t>
            </a:r>
            <a:r>
              <a:rPr sz="2400" spc="4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60" dirty="0">
                <a:latin typeface="Aptos" panose="020B0004020202020204" pitchFamily="34" charset="0"/>
                <a:cs typeface="Calibri"/>
              </a:rPr>
              <a:t>LLM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20" dirty="0">
                <a:latin typeface="Aptos" panose="020B0004020202020204" pitchFamily="34" charset="0"/>
                <a:cs typeface="Calibri"/>
              </a:rPr>
              <a:t>from </a:t>
            </a:r>
            <a:r>
              <a:rPr sz="2400" spc="80" dirty="0">
                <a:latin typeface="Aptos" panose="020B0004020202020204" pitchFamily="34" charset="0"/>
                <a:cs typeface="Calibri"/>
              </a:rPr>
              <a:t>scratch.</a:t>
            </a:r>
            <a:endParaRPr sz="2400" dirty="0">
              <a:latin typeface="Aptos" panose="020B0004020202020204" pitchFamily="34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900"/>
              </a:spcBef>
              <a:buFont typeface="Arial" panose="020B0604020202020204" pitchFamily="34" charset="0"/>
              <a:buChar char="•"/>
            </a:pPr>
            <a:r>
              <a:rPr sz="2400" spc="75" dirty="0">
                <a:latin typeface="Aptos" panose="020B0004020202020204" pitchFamily="34" charset="0"/>
                <a:cs typeface="Calibri"/>
              </a:rPr>
              <a:t>High</a:t>
            </a:r>
            <a:r>
              <a:rPr sz="2400" spc="6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budget</a:t>
            </a:r>
            <a:r>
              <a:rPr sz="2400" spc="9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implications.</a:t>
            </a:r>
            <a:endParaRPr sz="2400" dirty="0">
              <a:latin typeface="Aptos" panose="020B0004020202020204" pitchFamily="34" charset="0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sz="2400" dirty="0">
              <a:latin typeface="Aptos" panose="020B0004020202020204" pitchFamily="34" charset="0"/>
              <a:cs typeface="Calibri"/>
            </a:endParaRPr>
          </a:p>
          <a:p>
            <a:pPr marL="355600" marR="508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sz="2400" spc="70" dirty="0">
                <a:latin typeface="Aptos" panose="020B0004020202020204" pitchFamily="34" charset="0"/>
                <a:cs typeface="Calibri"/>
              </a:rPr>
              <a:t>Need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to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create</a:t>
            </a:r>
            <a:r>
              <a:rPr sz="240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14" dirty="0">
                <a:latin typeface="Aptos" panose="020B0004020202020204" pitchFamily="34" charset="0"/>
                <a:cs typeface="Calibri"/>
              </a:rPr>
              <a:t>a</a:t>
            </a:r>
            <a:r>
              <a:rPr sz="2400" spc="6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large</a:t>
            </a:r>
            <a:r>
              <a:rPr sz="240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finetuned</a:t>
            </a:r>
            <a:r>
              <a:rPr sz="2400" spc="7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35" dirty="0">
                <a:latin typeface="Aptos" panose="020B0004020202020204" pitchFamily="34" charset="0"/>
                <a:cs typeface="Calibri"/>
              </a:rPr>
              <a:t>LLM </a:t>
            </a:r>
            <a:r>
              <a:rPr sz="2400" dirty="0">
                <a:latin typeface="Aptos" panose="020B0004020202020204" pitchFamily="34" charset="0"/>
                <a:cs typeface="Calibri"/>
              </a:rPr>
              <a:t>per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00" dirty="0">
                <a:latin typeface="Aptos" panose="020B0004020202020204" pitchFamily="34" charset="0"/>
                <a:cs typeface="Calibri"/>
              </a:rPr>
              <a:t>task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or</a:t>
            </a:r>
            <a:r>
              <a:rPr sz="24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14" dirty="0">
                <a:latin typeface="Aptos" panose="020B0004020202020204" pitchFamily="34" charset="0"/>
                <a:cs typeface="Calibri"/>
              </a:rPr>
              <a:t>a</a:t>
            </a:r>
            <a:r>
              <a:rPr sz="2400" spc="-7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group</a:t>
            </a:r>
            <a:r>
              <a:rPr sz="240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of</a:t>
            </a:r>
            <a:r>
              <a:rPr sz="2400" spc="3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80" dirty="0">
                <a:latin typeface="Aptos" panose="020B0004020202020204" pitchFamily="34" charset="0"/>
                <a:cs typeface="Calibri"/>
              </a:rPr>
              <a:t>tasks.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127" y="189716"/>
            <a:ext cx="9747885" cy="69826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sz="3600" b="1" spc="-65" dirty="0">
                <a:solidFill>
                  <a:srgbClr val="3371A5"/>
                </a:solidFill>
                <a:latin typeface="Aptos" panose="020B0004020202020204" pitchFamily="34" charset="0"/>
              </a:rPr>
              <a:t>Parameter</a:t>
            </a:r>
            <a:r>
              <a:rPr sz="3600" b="1" spc="-19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Efficient</a:t>
            </a:r>
            <a:r>
              <a:rPr sz="3600" b="1" spc="-12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Fine-</a:t>
            </a:r>
            <a:r>
              <a:rPr sz="3600" b="1" spc="-50" dirty="0">
                <a:solidFill>
                  <a:srgbClr val="3371A5"/>
                </a:solidFill>
                <a:latin typeface="Aptos" panose="020B0004020202020204" pitchFamily="34" charset="0"/>
              </a:rPr>
              <a:t>tuning </a:t>
            </a:r>
            <a:r>
              <a:rPr sz="3600" b="1" spc="65" dirty="0">
                <a:solidFill>
                  <a:srgbClr val="3371A5"/>
                </a:solidFill>
                <a:latin typeface="Aptos" panose="020B0004020202020204" pitchFamily="34" charset="0"/>
              </a:rPr>
              <a:t>(PEFT)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14" y="1382775"/>
            <a:ext cx="10821035" cy="378501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69265" marR="396875" indent="-457200">
              <a:lnSpc>
                <a:spcPts val="3080"/>
              </a:lnSpc>
              <a:spcBef>
                <a:spcPts val="415"/>
              </a:spcBef>
              <a:buFont typeface="Wingdings" panose="05000000000000000000" pitchFamily="2" charset="2"/>
              <a:buChar char="ü"/>
              <a:tabLst>
                <a:tab pos="241300" algn="l"/>
              </a:tabLst>
            </a:pPr>
            <a:r>
              <a:rPr sz="3200" spc="100" dirty="0">
                <a:latin typeface="Aptos" panose="020B0004020202020204" pitchFamily="34" charset="0"/>
                <a:cs typeface="Calibri"/>
              </a:rPr>
              <a:t>Only</a:t>
            </a:r>
            <a:r>
              <a:rPr sz="32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3200" dirty="0">
                <a:latin typeface="Aptos" panose="020B0004020202020204" pitchFamily="34" charset="0"/>
                <a:cs typeface="Calibri"/>
              </a:rPr>
              <a:t>train</a:t>
            </a:r>
            <a:r>
              <a:rPr sz="32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155" dirty="0">
                <a:latin typeface="Aptos" panose="020B0004020202020204" pitchFamily="34" charset="0"/>
                <a:cs typeface="Calibri"/>
              </a:rPr>
              <a:t>a</a:t>
            </a:r>
            <a:r>
              <a:rPr sz="32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150" dirty="0">
                <a:latin typeface="Aptos" panose="020B0004020202020204" pitchFamily="34" charset="0"/>
                <a:cs typeface="Calibri"/>
              </a:rPr>
              <a:t>small</a:t>
            </a:r>
            <a:r>
              <a:rPr sz="32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95" dirty="0">
                <a:latin typeface="Aptos" panose="020B0004020202020204" pitchFamily="34" charset="0"/>
                <a:cs typeface="Calibri"/>
              </a:rPr>
              <a:t>set</a:t>
            </a:r>
            <a:r>
              <a:rPr sz="32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50" dirty="0">
                <a:latin typeface="Aptos" panose="020B0004020202020204" pitchFamily="34" charset="0"/>
                <a:cs typeface="Calibri"/>
              </a:rPr>
              <a:t>of</a:t>
            </a:r>
            <a:r>
              <a:rPr sz="320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70" dirty="0">
                <a:latin typeface="Aptos" panose="020B0004020202020204" pitchFamily="34" charset="0"/>
                <a:cs typeface="Calibri"/>
              </a:rPr>
              <a:t>additional </a:t>
            </a:r>
            <a:r>
              <a:rPr sz="3200" spc="85" dirty="0">
                <a:latin typeface="Aptos" panose="020B0004020202020204" pitchFamily="34" charset="0"/>
                <a:cs typeface="Calibri"/>
              </a:rPr>
              <a:t>parameters</a:t>
            </a:r>
            <a:r>
              <a:rPr sz="32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50" dirty="0">
                <a:latin typeface="Aptos" panose="020B0004020202020204" pitchFamily="34" charset="0"/>
                <a:cs typeface="Calibri"/>
              </a:rPr>
              <a:t>of</a:t>
            </a:r>
            <a:r>
              <a:rPr sz="3200" dirty="0">
                <a:latin typeface="Aptos" panose="020B0004020202020204" pitchFamily="34" charset="0"/>
                <a:cs typeface="Calibri"/>
              </a:rPr>
              <a:t> the</a:t>
            </a:r>
            <a:r>
              <a:rPr sz="32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90" dirty="0">
                <a:latin typeface="Aptos" panose="020B0004020202020204" pitchFamily="34" charset="0"/>
                <a:cs typeface="Calibri"/>
              </a:rPr>
              <a:t>LLM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Wingdings" panose="05000000000000000000" pitchFamily="2" charset="2"/>
              <a:buChar char="ü"/>
              <a:tabLst>
                <a:tab pos="241300" algn="l"/>
              </a:tabLst>
            </a:pPr>
            <a:r>
              <a:rPr sz="3200" dirty="0">
                <a:latin typeface="Aptos" panose="020B0004020202020204" pitchFamily="34" charset="0"/>
                <a:cs typeface="Calibri"/>
              </a:rPr>
              <a:t>Most</a:t>
            </a:r>
            <a:r>
              <a:rPr sz="320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90" dirty="0">
                <a:latin typeface="Aptos" panose="020B0004020202020204" pitchFamily="34" charset="0"/>
                <a:cs typeface="Calibri"/>
              </a:rPr>
              <a:t>layers</a:t>
            </a:r>
            <a:r>
              <a:rPr sz="32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50" dirty="0">
                <a:latin typeface="Aptos" panose="020B0004020202020204" pitchFamily="34" charset="0"/>
                <a:cs typeface="Calibri"/>
              </a:rPr>
              <a:t>of</a:t>
            </a:r>
            <a:r>
              <a:rPr sz="320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3200" dirty="0">
                <a:latin typeface="Aptos" panose="020B0004020202020204" pitchFamily="34" charset="0"/>
                <a:cs typeface="Calibri"/>
              </a:rPr>
              <a:t>the</a:t>
            </a:r>
            <a:r>
              <a:rPr sz="3200" spc="6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95" dirty="0">
                <a:latin typeface="Aptos" panose="020B0004020202020204" pitchFamily="34" charset="0"/>
                <a:cs typeface="Calibri"/>
              </a:rPr>
              <a:t>LLM</a:t>
            </a:r>
            <a:r>
              <a:rPr sz="32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65" dirty="0">
                <a:latin typeface="Aptos" panose="020B0004020202020204" pitchFamily="34" charset="0"/>
                <a:cs typeface="Calibri"/>
              </a:rPr>
              <a:t>are</a:t>
            </a:r>
            <a:r>
              <a:rPr sz="320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-10" dirty="0">
                <a:latin typeface="Aptos" panose="020B0004020202020204" pitchFamily="34" charset="0"/>
                <a:cs typeface="Calibri"/>
              </a:rPr>
              <a:t>frozen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55"/>
              </a:spcBef>
              <a:buFont typeface="Wingdings" panose="05000000000000000000" pitchFamily="2" charset="2"/>
              <a:buChar char="ü"/>
              <a:tabLst>
                <a:tab pos="240665" algn="l"/>
              </a:tabLst>
            </a:pPr>
            <a:r>
              <a:rPr sz="3200" spc="229" dirty="0">
                <a:latin typeface="Aptos" panose="020B0004020202020204" pitchFamily="34" charset="0"/>
                <a:cs typeface="Calibri"/>
              </a:rPr>
              <a:t>Less</a:t>
            </a:r>
            <a:r>
              <a:rPr sz="3200" spc="-8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70" dirty="0">
                <a:latin typeface="Aptos" panose="020B0004020202020204" pitchFamily="34" charset="0"/>
                <a:cs typeface="Calibri"/>
              </a:rPr>
              <a:t>prone</a:t>
            </a:r>
            <a:r>
              <a:rPr sz="32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3200" dirty="0">
                <a:latin typeface="Aptos" panose="020B0004020202020204" pitchFamily="34" charset="0"/>
                <a:cs typeface="Calibri"/>
              </a:rPr>
              <a:t>to</a:t>
            </a:r>
            <a:r>
              <a:rPr sz="32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110" dirty="0">
                <a:latin typeface="Aptos" panose="020B0004020202020204" pitchFamily="34" charset="0"/>
                <a:cs typeface="Calibri"/>
              </a:rPr>
              <a:t>catastrophic</a:t>
            </a:r>
            <a:r>
              <a:rPr sz="32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-10" dirty="0">
                <a:latin typeface="Aptos" panose="020B0004020202020204" pitchFamily="34" charset="0"/>
                <a:cs typeface="Calibri"/>
              </a:rPr>
              <a:t>forgetting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55"/>
              </a:spcBef>
              <a:buFont typeface="Wingdings" panose="05000000000000000000" pitchFamily="2" charset="2"/>
              <a:buChar char="ü"/>
              <a:tabLst>
                <a:tab pos="240665" algn="l"/>
              </a:tabLst>
            </a:pPr>
            <a:r>
              <a:rPr sz="3200" spc="229" dirty="0">
                <a:latin typeface="Aptos" panose="020B0004020202020204" pitchFamily="34" charset="0"/>
                <a:cs typeface="Calibri"/>
              </a:rPr>
              <a:t>Less</a:t>
            </a:r>
            <a:r>
              <a:rPr sz="32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70" dirty="0">
                <a:latin typeface="Aptos" panose="020B0004020202020204" pitchFamily="34" charset="0"/>
                <a:cs typeface="Calibri"/>
              </a:rPr>
              <a:t>storage</a:t>
            </a:r>
            <a:r>
              <a:rPr sz="32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45" dirty="0">
                <a:latin typeface="Aptos" panose="020B0004020202020204" pitchFamily="34" charset="0"/>
                <a:cs typeface="Calibri"/>
              </a:rPr>
              <a:t>requirement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80"/>
              </a:spcBef>
              <a:buFont typeface="Wingdings" panose="05000000000000000000" pitchFamily="2" charset="2"/>
              <a:buChar char="ü"/>
              <a:tabLst>
                <a:tab pos="241300" algn="l"/>
              </a:tabLst>
            </a:pPr>
            <a:r>
              <a:rPr sz="3200" spc="100" dirty="0">
                <a:latin typeface="Aptos" panose="020B0004020202020204" pitchFamily="34" charset="0"/>
                <a:cs typeface="Calibri"/>
              </a:rPr>
              <a:t>Computationally</a:t>
            </a:r>
            <a:r>
              <a:rPr sz="32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190" dirty="0">
                <a:latin typeface="Aptos" panose="020B0004020202020204" pitchFamily="34" charset="0"/>
                <a:cs typeface="Calibri"/>
              </a:rPr>
              <a:t>less</a:t>
            </a:r>
            <a:r>
              <a:rPr sz="32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75" dirty="0">
                <a:latin typeface="Aptos" panose="020B0004020202020204" pitchFamily="34" charset="0"/>
                <a:cs typeface="Calibri"/>
              </a:rPr>
              <a:t>expensive</a:t>
            </a:r>
            <a:endParaRPr sz="3200" dirty="0">
              <a:latin typeface="Aptos" panose="020B0004020202020204" pitchFamily="34" charset="0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55"/>
              </a:spcBef>
              <a:buFont typeface="Wingdings" panose="05000000000000000000" pitchFamily="2" charset="2"/>
              <a:buChar char="ü"/>
              <a:tabLst>
                <a:tab pos="241300" algn="l"/>
              </a:tabLst>
            </a:pPr>
            <a:r>
              <a:rPr sz="3200" spc="229" dirty="0">
                <a:latin typeface="Aptos" panose="020B0004020202020204" pitchFamily="34" charset="0"/>
                <a:cs typeface="Calibri"/>
              </a:rPr>
              <a:t>Less</a:t>
            </a:r>
            <a:r>
              <a:rPr sz="3200" spc="-95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80" dirty="0">
                <a:latin typeface="Aptos" panose="020B0004020202020204" pitchFamily="34" charset="0"/>
                <a:cs typeface="Calibri"/>
              </a:rPr>
              <a:t>budget</a:t>
            </a:r>
            <a:r>
              <a:rPr sz="32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3200" spc="45" dirty="0">
                <a:latin typeface="Aptos" panose="020B0004020202020204" pitchFamily="34" charset="0"/>
                <a:cs typeface="Calibri"/>
              </a:rPr>
              <a:t>requirement</a:t>
            </a:r>
            <a:endParaRPr sz="3200" dirty="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40524"/>
            <a:ext cx="11358563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Finetuning</a:t>
            </a:r>
            <a:r>
              <a:rPr sz="3600" b="1" spc="-12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creates</a:t>
            </a:r>
            <a:r>
              <a:rPr sz="3600" b="1" spc="-9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a</a:t>
            </a:r>
            <a:r>
              <a:rPr sz="3600" b="1" spc="-13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full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copy</a:t>
            </a:r>
            <a:r>
              <a:rPr sz="3600" b="1" spc="-17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</a:t>
            </a:r>
            <a:r>
              <a:rPr sz="3600" b="1" spc="-114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75" dirty="0">
                <a:solidFill>
                  <a:srgbClr val="3371A5"/>
                </a:solidFill>
                <a:latin typeface="Aptos" panose="020B0004020202020204" pitchFamily="34" charset="0"/>
              </a:rPr>
              <a:t>the</a:t>
            </a:r>
            <a:r>
              <a:rPr sz="3600" b="1" spc="-15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35" dirty="0">
                <a:solidFill>
                  <a:srgbClr val="3371A5"/>
                </a:solidFill>
                <a:latin typeface="Aptos" panose="020B0004020202020204" pitchFamily="34" charset="0"/>
              </a:rPr>
              <a:t>LLM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5" y="2115342"/>
            <a:ext cx="4733765" cy="31863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419225" y="3019425"/>
            <a:ext cx="1638300" cy="1238250"/>
            <a:chOff x="1419225" y="3019425"/>
            <a:chExt cx="1638300" cy="1238250"/>
          </a:xfrm>
        </p:grpSpPr>
        <p:sp>
          <p:nvSpPr>
            <p:cNvPr id="5" name="object 5"/>
            <p:cNvSpPr/>
            <p:nvPr/>
          </p:nvSpPr>
          <p:spPr>
            <a:xfrm>
              <a:off x="1428750" y="30289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141605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1416050" y="1219200"/>
                  </a:lnTo>
                  <a:lnTo>
                    <a:pt x="1462655" y="1213835"/>
                  </a:lnTo>
                  <a:lnTo>
                    <a:pt x="1505431" y="1198554"/>
                  </a:lnTo>
                  <a:lnTo>
                    <a:pt x="1543159" y="1174573"/>
                  </a:lnTo>
                  <a:lnTo>
                    <a:pt x="1574623" y="1143109"/>
                  </a:lnTo>
                  <a:lnTo>
                    <a:pt x="1598604" y="1105381"/>
                  </a:lnTo>
                  <a:lnTo>
                    <a:pt x="1613885" y="1062605"/>
                  </a:lnTo>
                  <a:lnTo>
                    <a:pt x="1619250" y="1016000"/>
                  </a:lnTo>
                  <a:lnTo>
                    <a:pt x="1619250" y="203200"/>
                  </a:lnTo>
                  <a:lnTo>
                    <a:pt x="1613885" y="156594"/>
                  </a:lnTo>
                  <a:lnTo>
                    <a:pt x="1598604" y="113818"/>
                  </a:lnTo>
                  <a:lnTo>
                    <a:pt x="1574623" y="76090"/>
                  </a:lnTo>
                  <a:lnTo>
                    <a:pt x="1543159" y="44626"/>
                  </a:lnTo>
                  <a:lnTo>
                    <a:pt x="1505431" y="20645"/>
                  </a:lnTo>
                  <a:lnTo>
                    <a:pt x="1462655" y="5364"/>
                  </a:lnTo>
                  <a:lnTo>
                    <a:pt x="1416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428750" y="30289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16050" y="0"/>
                  </a:lnTo>
                  <a:lnTo>
                    <a:pt x="1462655" y="5364"/>
                  </a:lnTo>
                  <a:lnTo>
                    <a:pt x="1505431" y="20645"/>
                  </a:lnTo>
                  <a:lnTo>
                    <a:pt x="1543159" y="44626"/>
                  </a:lnTo>
                  <a:lnTo>
                    <a:pt x="1574623" y="76090"/>
                  </a:lnTo>
                  <a:lnTo>
                    <a:pt x="1598604" y="113818"/>
                  </a:lnTo>
                  <a:lnTo>
                    <a:pt x="1613885" y="156594"/>
                  </a:lnTo>
                  <a:lnTo>
                    <a:pt x="1619250" y="203200"/>
                  </a:lnTo>
                  <a:lnTo>
                    <a:pt x="1619250" y="1016000"/>
                  </a:lnTo>
                  <a:lnTo>
                    <a:pt x="1613885" y="1062605"/>
                  </a:lnTo>
                  <a:lnTo>
                    <a:pt x="1598604" y="1105381"/>
                  </a:lnTo>
                  <a:lnTo>
                    <a:pt x="1574623" y="1143109"/>
                  </a:lnTo>
                  <a:lnTo>
                    <a:pt x="1543159" y="1174573"/>
                  </a:lnTo>
                  <a:lnTo>
                    <a:pt x="1505431" y="1198554"/>
                  </a:lnTo>
                  <a:lnTo>
                    <a:pt x="1462655" y="1213835"/>
                  </a:lnTo>
                  <a:lnTo>
                    <a:pt x="141605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379" y="3470592"/>
            <a:ext cx="434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29625" y="1657350"/>
            <a:ext cx="1638300" cy="1238250"/>
            <a:chOff x="8429625" y="1657350"/>
            <a:chExt cx="1638300" cy="1238250"/>
          </a:xfrm>
        </p:grpSpPr>
        <p:sp>
          <p:nvSpPr>
            <p:cNvPr id="9" name="object 9"/>
            <p:cNvSpPr/>
            <p:nvPr/>
          </p:nvSpPr>
          <p:spPr>
            <a:xfrm>
              <a:off x="8439150" y="1666875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141605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1416050" y="1219200"/>
                  </a:lnTo>
                  <a:lnTo>
                    <a:pt x="1462655" y="1213835"/>
                  </a:lnTo>
                  <a:lnTo>
                    <a:pt x="1505431" y="1198554"/>
                  </a:lnTo>
                  <a:lnTo>
                    <a:pt x="1543159" y="1174573"/>
                  </a:lnTo>
                  <a:lnTo>
                    <a:pt x="1574623" y="1143109"/>
                  </a:lnTo>
                  <a:lnTo>
                    <a:pt x="1598604" y="1105381"/>
                  </a:lnTo>
                  <a:lnTo>
                    <a:pt x="1613885" y="1062605"/>
                  </a:lnTo>
                  <a:lnTo>
                    <a:pt x="1619250" y="1016000"/>
                  </a:lnTo>
                  <a:lnTo>
                    <a:pt x="1619250" y="203200"/>
                  </a:lnTo>
                  <a:lnTo>
                    <a:pt x="1613885" y="156594"/>
                  </a:lnTo>
                  <a:lnTo>
                    <a:pt x="1598604" y="113818"/>
                  </a:lnTo>
                  <a:lnTo>
                    <a:pt x="1574623" y="76090"/>
                  </a:lnTo>
                  <a:lnTo>
                    <a:pt x="1543159" y="44626"/>
                  </a:lnTo>
                  <a:lnTo>
                    <a:pt x="1505431" y="20645"/>
                  </a:lnTo>
                  <a:lnTo>
                    <a:pt x="1462655" y="5364"/>
                  </a:lnTo>
                  <a:lnTo>
                    <a:pt x="1416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439150" y="1666875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16050" y="0"/>
                  </a:lnTo>
                  <a:lnTo>
                    <a:pt x="1462655" y="5364"/>
                  </a:lnTo>
                  <a:lnTo>
                    <a:pt x="1505431" y="20645"/>
                  </a:lnTo>
                  <a:lnTo>
                    <a:pt x="1543159" y="44626"/>
                  </a:lnTo>
                  <a:lnTo>
                    <a:pt x="1574623" y="76090"/>
                  </a:lnTo>
                  <a:lnTo>
                    <a:pt x="1598604" y="113818"/>
                  </a:lnTo>
                  <a:lnTo>
                    <a:pt x="1613885" y="156594"/>
                  </a:lnTo>
                  <a:lnTo>
                    <a:pt x="1619250" y="203200"/>
                  </a:lnTo>
                  <a:lnTo>
                    <a:pt x="1619250" y="1016000"/>
                  </a:lnTo>
                  <a:lnTo>
                    <a:pt x="1613885" y="1062605"/>
                  </a:lnTo>
                  <a:lnTo>
                    <a:pt x="1598604" y="1105381"/>
                  </a:lnTo>
                  <a:lnTo>
                    <a:pt x="1574623" y="1143109"/>
                  </a:lnTo>
                  <a:lnTo>
                    <a:pt x="1543159" y="1174573"/>
                  </a:lnTo>
                  <a:lnTo>
                    <a:pt x="1505431" y="1198554"/>
                  </a:lnTo>
                  <a:lnTo>
                    <a:pt x="1462655" y="1213835"/>
                  </a:lnTo>
                  <a:lnTo>
                    <a:pt x="141605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70315" y="2108136"/>
            <a:ext cx="777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QA</a:t>
            </a:r>
            <a:r>
              <a:rPr sz="1800" spc="1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29625" y="3057525"/>
            <a:ext cx="1638300" cy="1238250"/>
            <a:chOff x="8429625" y="3057525"/>
            <a:chExt cx="1638300" cy="1238250"/>
          </a:xfrm>
        </p:grpSpPr>
        <p:sp>
          <p:nvSpPr>
            <p:cNvPr id="13" name="object 13"/>
            <p:cNvSpPr/>
            <p:nvPr/>
          </p:nvSpPr>
          <p:spPr>
            <a:xfrm>
              <a:off x="8439150" y="30670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141605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1416050" y="1219200"/>
                  </a:lnTo>
                  <a:lnTo>
                    <a:pt x="1462655" y="1213835"/>
                  </a:lnTo>
                  <a:lnTo>
                    <a:pt x="1505431" y="1198554"/>
                  </a:lnTo>
                  <a:lnTo>
                    <a:pt x="1543159" y="1174573"/>
                  </a:lnTo>
                  <a:lnTo>
                    <a:pt x="1574623" y="1143109"/>
                  </a:lnTo>
                  <a:lnTo>
                    <a:pt x="1598604" y="1105381"/>
                  </a:lnTo>
                  <a:lnTo>
                    <a:pt x="1613885" y="1062605"/>
                  </a:lnTo>
                  <a:lnTo>
                    <a:pt x="1619250" y="1016000"/>
                  </a:lnTo>
                  <a:lnTo>
                    <a:pt x="1619250" y="203200"/>
                  </a:lnTo>
                  <a:lnTo>
                    <a:pt x="1613885" y="156594"/>
                  </a:lnTo>
                  <a:lnTo>
                    <a:pt x="1598604" y="113818"/>
                  </a:lnTo>
                  <a:lnTo>
                    <a:pt x="1574623" y="76090"/>
                  </a:lnTo>
                  <a:lnTo>
                    <a:pt x="1543159" y="44626"/>
                  </a:lnTo>
                  <a:lnTo>
                    <a:pt x="1505431" y="20645"/>
                  </a:lnTo>
                  <a:lnTo>
                    <a:pt x="1462655" y="5364"/>
                  </a:lnTo>
                  <a:lnTo>
                    <a:pt x="1416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39150" y="30670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16050" y="0"/>
                  </a:lnTo>
                  <a:lnTo>
                    <a:pt x="1462655" y="5364"/>
                  </a:lnTo>
                  <a:lnTo>
                    <a:pt x="1505431" y="20645"/>
                  </a:lnTo>
                  <a:lnTo>
                    <a:pt x="1543159" y="44626"/>
                  </a:lnTo>
                  <a:lnTo>
                    <a:pt x="1574623" y="76090"/>
                  </a:lnTo>
                  <a:lnTo>
                    <a:pt x="1598604" y="113818"/>
                  </a:lnTo>
                  <a:lnTo>
                    <a:pt x="1613885" y="156594"/>
                  </a:lnTo>
                  <a:lnTo>
                    <a:pt x="1619250" y="203200"/>
                  </a:lnTo>
                  <a:lnTo>
                    <a:pt x="1619250" y="1016000"/>
                  </a:lnTo>
                  <a:lnTo>
                    <a:pt x="1613885" y="1062605"/>
                  </a:lnTo>
                  <a:lnTo>
                    <a:pt x="1598604" y="1105381"/>
                  </a:lnTo>
                  <a:lnTo>
                    <a:pt x="1574623" y="1143109"/>
                  </a:lnTo>
                  <a:lnTo>
                    <a:pt x="1543159" y="1174573"/>
                  </a:lnTo>
                  <a:lnTo>
                    <a:pt x="1505431" y="1198554"/>
                  </a:lnTo>
                  <a:lnTo>
                    <a:pt x="1462655" y="1213835"/>
                  </a:lnTo>
                  <a:lnTo>
                    <a:pt x="141605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88705" y="3378771"/>
            <a:ext cx="161925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65760" marR="5080" indent="-353060">
              <a:lnSpc>
                <a:spcPct val="100800"/>
              </a:lnSpc>
              <a:spcBef>
                <a:spcPts val="85"/>
              </a:spcBef>
            </a:pPr>
            <a:r>
              <a:rPr sz="1800" spc="4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Summarize </a:t>
            </a:r>
            <a:r>
              <a:rPr sz="1800" spc="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29625" y="4467225"/>
            <a:ext cx="1638300" cy="1238250"/>
            <a:chOff x="8429625" y="4467225"/>
            <a:chExt cx="1638300" cy="1238250"/>
          </a:xfrm>
        </p:grpSpPr>
        <p:sp>
          <p:nvSpPr>
            <p:cNvPr id="17" name="object 17"/>
            <p:cNvSpPr/>
            <p:nvPr/>
          </p:nvSpPr>
          <p:spPr>
            <a:xfrm>
              <a:off x="8439150" y="44767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141605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589"/>
                  </a:lnTo>
                  <a:lnTo>
                    <a:pt x="20645" y="1105359"/>
                  </a:lnTo>
                  <a:lnTo>
                    <a:pt x="44626" y="1143088"/>
                  </a:lnTo>
                  <a:lnTo>
                    <a:pt x="76090" y="1174557"/>
                  </a:lnTo>
                  <a:lnTo>
                    <a:pt x="113818" y="1198545"/>
                  </a:lnTo>
                  <a:lnTo>
                    <a:pt x="156594" y="1213832"/>
                  </a:lnTo>
                  <a:lnTo>
                    <a:pt x="203200" y="1219200"/>
                  </a:lnTo>
                  <a:lnTo>
                    <a:pt x="1416050" y="1219200"/>
                  </a:lnTo>
                  <a:lnTo>
                    <a:pt x="1462655" y="1213832"/>
                  </a:lnTo>
                  <a:lnTo>
                    <a:pt x="1505431" y="1198545"/>
                  </a:lnTo>
                  <a:lnTo>
                    <a:pt x="1543159" y="1174557"/>
                  </a:lnTo>
                  <a:lnTo>
                    <a:pt x="1574623" y="1143088"/>
                  </a:lnTo>
                  <a:lnTo>
                    <a:pt x="1598604" y="1105359"/>
                  </a:lnTo>
                  <a:lnTo>
                    <a:pt x="1613885" y="1062589"/>
                  </a:lnTo>
                  <a:lnTo>
                    <a:pt x="1619250" y="1016000"/>
                  </a:lnTo>
                  <a:lnTo>
                    <a:pt x="1619250" y="203200"/>
                  </a:lnTo>
                  <a:lnTo>
                    <a:pt x="1613885" y="156594"/>
                  </a:lnTo>
                  <a:lnTo>
                    <a:pt x="1598604" y="113818"/>
                  </a:lnTo>
                  <a:lnTo>
                    <a:pt x="1574623" y="76090"/>
                  </a:lnTo>
                  <a:lnTo>
                    <a:pt x="1543159" y="44626"/>
                  </a:lnTo>
                  <a:lnTo>
                    <a:pt x="1505431" y="20645"/>
                  </a:lnTo>
                  <a:lnTo>
                    <a:pt x="1462655" y="5364"/>
                  </a:lnTo>
                  <a:lnTo>
                    <a:pt x="1416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439150" y="44767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16050" y="0"/>
                  </a:lnTo>
                  <a:lnTo>
                    <a:pt x="1462655" y="5364"/>
                  </a:lnTo>
                  <a:lnTo>
                    <a:pt x="1505431" y="20645"/>
                  </a:lnTo>
                  <a:lnTo>
                    <a:pt x="1543159" y="44626"/>
                  </a:lnTo>
                  <a:lnTo>
                    <a:pt x="1574623" y="76090"/>
                  </a:lnTo>
                  <a:lnTo>
                    <a:pt x="1598604" y="113818"/>
                  </a:lnTo>
                  <a:lnTo>
                    <a:pt x="1613885" y="156594"/>
                  </a:lnTo>
                  <a:lnTo>
                    <a:pt x="1619250" y="203200"/>
                  </a:lnTo>
                  <a:lnTo>
                    <a:pt x="1619250" y="1016000"/>
                  </a:lnTo>
                  <a:lnTo>
                    <a:pt x="1613885" y="1062589"/>
                  </a:lnTo>
                  <a:lnTo>
                    <a:pt x="1598604" y="1105359"/>
                  </a:lnTo>
                  <a:lnTo>
                    <a:pt x="1574623" y="1143088"/>
                  </a:lnTo>
                  <a:lnTo>
                    <a:pt x="1543159" y="1174557"/>
                  </a:lnTo>
                  <a:lnTo>
                    <a:pt x="1505431" y="1198545"/>
                  </a:lnTo>
                  <a:lnTo>
                    <a:pt x="1462655" y="1213832"/>
                  </a:lnTo>
                  <a:lnTo>
                    <a:pt x="1416050" y="1219200"/>
                  </a:lnTo>
                  <a:lnTo>
                    <a:pt x="203200" y="1219200"/>
                  </a:lnTo>
                  <a:lnTo>
                    <a:pt x="156594" y="1213832"/>
                  </a:lnTo>
                  <a:lnTo>
                    <a:pt x="113818" y="1198545"/>
                  </a:lnTo>
                  <a:lnTo>
                    <a:pt x="76090" y="1174557"/>
                  </a:lnTo>
                  <a:lnTo>
                    <a:pt x="44626" y="1143088"/>
                  </a:lnTo>
                  <a:lnTo>
                    <a:pt x="20645" y="1105359"/>
                  </a:lnTo>
                  <a:lnTo>
                    <a:pt x="5364" y="1062589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90305" y="4786566"/>
            <a:ext cx="93599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4160" marR="5080" indent="-251460">
              <a:lnSpc>
                <a:spcPct val="100899"/>
              </a:lnSpc>
              <a:spcBef>
                <a:spcPts val="80"/>
              </a:spcBef>
            </a:pPr>
            <a:r>
              <a:rPr sz="1800" spc="-10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Generate </a:t>
            </a:r>
            <a:r>
              <a:rPr sz="1800" spc="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30815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0"/>
              </a:spcBef>
            </a:pPr>
            <a:r>
              <a:rPr sz="3600" b="1" spc="145" dirty="0">
                <a:solidFill>
                  <a:srgbClr val="3371A5"/>
                </a:solidFill>
                <a:latin typeface="Aptos" panose="020B0004020202020204" pitchFamily="34" charset="0"/>
              </a:rPr>
              <a:t>PEFT</a:t>
            </a:r>
            <a:r>
              <a:rPr sz="3600" b="1" spc="-18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10" dirty="0">
                <a:solidFill>
                  <a:srgbClr val="3371A5"/>
                </a:solidFill>
                <a:latin typeface="Aptos" panose="020B0004020202020204" pitchFamily="34" charset="0"/>
              </a:rPr>
              <a:t>finetuning</a:t>
            </a:r>
            <a:r>
              <a:rPr sz="3600" b="1" spc="-15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90" dirty="0">
                <a:solidFill>
                  <a:srgbClr val="3371A5"/>
                </a:solidFill>
                <a:latin typeface="Aptos" panose="020B0004020202020204" pitchFamily="34" charset="0"/>
              </a:rPr>
              <a:t>saves</a:t>
            </a:r>
            <a:r>
              <a:rPr sz="3600" b="1" spc="-13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90" dirty="0">
                <a:solidFill>
                  <a:srgbClr val="3371A5"/>
                </a:solidFill>
                <a:latin typeface="Aptos" panose="020B0004020202020204" pitchFamily="34" charset="0"/>
              </a:rPr>
              <a:t>cost</a:t>
            </a:r>
            <a:r>
              <a:rPr sz="3600" b="1" spc="-16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and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storage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19225" y="3019425"/>
            <a:ext cx="1638300" cy="1238250"/>
            <a:chOff x="1419225" y="3019425"/>
            <a:chExt cx="1638300" cy="1238250"/>
          </a:xfrm>
        </p:grpSpPr>
        <p:sp>
          <p:nvSpPr>
            <p:cNvPr id="4" name="object 4"/>
            <p:cNvSpPr/>
            <p:nvPr/>
          </p:nvSpPr>
          <p:spPr>
            <a:xfrm>
              <a:off x="1428750" y="30289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141605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1416050" y="1219200"/>
                  </a:lnTo>
                  <a:lnTo>
                    <a:pt x="1462655" y="1213835"/>
                  </a:lnTo>
                  <a:lnTo>
                    <a:pt x="1505431" y="1198554"/>
                  </a:lnTo>
                  <a:lnTo>
                    <a:pt x="1543159" y="1174573"/>
                  </a:lnTo>
                  <a:lnTo>
                    <a:pt x="1574623" y="1143109"/>
                  </a:lnTo>
                  <a:lnTo>
                    <a:pt x="1598604" y="1105381"/>
                  </a:lnTo>
                  <a:lnTo>
                    <a:pt x="1613885" y="1062605"/>
                  </a:lnTo>
                  <a:lnTo>
                    <a:pt x="1619250" y="1016000"/>
                  </a:lnTo>
                  <a:lnTo>
                    <a:pt x="1619250" y="203200"/>
                  </a:lnTo>
                  <a:lnTo>
                    <a:pt x="1613885" y="156594"/>
                  </a:lnTo>
                  <a:lnTo>
                    <a:pt x="1598604" y="113818"/>
                  </a:lnTo>
                  <a:lnTo>
                    <a:pt x="1574623" y="76090"/>
                  </a:lnTo>
                  <a:lnTo>
                    <a:pt x="1543159" y="44626"/>
                  </a:lnTo>
                  <a:lnTo>
                    <a:pt x="1505431" y="20645"/>
                  </a:lnTo>
                  <a:lnTo>
                    <a:pt x="1462655" y="5364"/>
                  </a:lnTo>
                  <a:lnTo>
                    <a:pt x="1416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428750" y="3028950"/>
              <a:ext cx="1619250" cy="1219200"/>
            </a:xfrm>
            <a:custGeom>
              <a:avLst/>
              <a:gdLst/>
              <a:ahLst/>
              <a:cxnLst/>
              <a:rect l="l" t="t" r="r" b="b"/>
              <a:pathLst>
                <a:path w="161925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16050" y="0"/>
                  </a:lnTo>
                  <a:lnTo>
                    <a:pt x="1462655" y="5364"/>
                  </a:lnTo>
                  <a:lnTo>
                    <a:pt x="1505431" y="20645"/>
                  </a:lnTo>
                  <a:lnTo>
                    <a:pt x="1543159" y="44626"/>
                  </a:lnTo>
                  <a:lnTo>
                    <a:pt x="1574623" y="76090"/>
                  </a:lnTo>
                  <a:lnTo>
                    <a:pt x="1598604" y="113818"/>
                  </a:lnTo>
                  <a:lnTo>
                    <a:pt x="1613885" y="156594"/>
                  </a:lnTo>
                  <a:lnTo>
                    <a:pt x="1619250" y="203200"/>
                  </a:lnTo>
                  <a:lnTo>
                    <a:pt x="1619250" y="1016000"/>
                  </a:lnTo>
                  <a:lnTo>
                    <a:pt x="1613885" y="1062605"/>
                  </a:lnTo>
                  <a:lnTo>
                    <a:pt x="1598604" y="1105381"/>
                  </a:lnTo>
                  <a:lnTo>
                    <a:pt x="1574623" y="1143109"/>
                  </a:lnTo>
                  <a:lnTo>
                    <a:pt x="1543159" y="1174573"/>
                  </a:lnTo>
                  <a:lnTo>
                    <a:pt x="1505431" y="1198554"/>
                  </a:lnTo>
                  <a:lnTo>
                    <a:pt x="1462655" y="1213835"/>
                  </a:lnTo>
                  <a:lnTo>
                    <a:pt x="141605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24379" y="3470592"/>
            <a:ext cx="434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700" y="1801625"/>
            <a:ext cx="4449176" cy="32789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448675" y="2809875"/>
            <a:ext cx="1943100" cy="1495425"/>
            <a:chOff x="8448675" y="2809875"/>
            <a:chExt cx="1943100" cy="1495425"/>
          </a:xfrm>
        </p:grpSpPr>
        <p:sp>
          <p:nvSpPr>
            <p:cNvPr id="9" name="object 9"/>
            <p:cNvSpPr/>
            <p:nvPr/>
          </p:nvSpPr>
          <p:spPr>
            <a:xfrm>
              <a:off x="8458200" y="2819400"/>
              <a:ext cx="1924050" cy="1476375"/>
            </a:xfrm>
            <a:custGeom>
              <a:avLst/>
              <a:gdLst/>
              <a:ahLst/>
              <a:cxnLst/>
              <a:rect l="l" t="t" r="r" b="b"/>
              <a:pathLst>
                <a:path w="1924050" h="1476375">
                  <a:moveTo>
                    <a:pt x="1677924" y="0"/>
                  </a:moveTo>
                  <a:lnTo>
                    <a:pt x="246125" y="0"/>
                  </a:lnTo>
                  <a:lnTo>
                    <a:pt x="196498" y="4996"/>
                  </a:lnTo>
                  <a:lnTo>
                    <a:pt x="150286" y="19329"/>
                  </a:lnTo>
                  <a:lnTo>
                    <a:pt x="108477" y="42011"/>
                  </a:lnTo>
                  <a:lnTo>
                    <a:pt x="72056" y="72056"/>
                  </a:lnTo>
                  <a:lnTo>
                    <a:pt x="42011" y="108477"/>
                  </a:lnTo>
                  <a:lnTo>
                    <a:pt x="19329" y="150286"/>
                  </a:lnTo>
                  <a:lnTo>
                    <a:pt x="4996" y="196498"/>
                  </a:lnTo>
                  <a:lnTo>
                    <a:pt x="0" y="246125"/>
                  </a:lnTo>
                  <a:lnTo>
                    <a:pt x="0" y="1230249"/>
                  </a:lnTo>
                  <a:lnTo>
                    <a:pt x="4996" y="1279876"/>
                  </a:lnTo>
                  <a:lnTo>
                    <a:pt x="19329" y="1326088"/>
                  </a:lnTo>
                  <a:lnTo>
                    <a:pt x="42011" y="1367897"/>
                  </a:lnTo>
                  <a:lnTo>
                    <a:pt x="72056" y="1404318"/>
                  </a:lnTo>
                  <a:lnTo>
                    <a:pt x="108477" y="1434363"/>
                  </a:lnTo>
                  <a:lnTo>
                    <a:pt x="150286" y="1457045"/>
                  </a:lnTo>
                  <a:lnTo>
                    <a:pt x="196498" y="1471378"/>
                  </a:lnTo>
                  <a:lnTo>
                    <a:pt x="246125" y="1476375"/>
                  </a:lnTo>
                  <a:lnTo>
                    <a:pt x="1677924" y="1476375"/>
                  </a:lnTo>
                  <a:lnTo>
                    <a:pt x="1727551" y="1471378"/>
                  </a:lnTo>
                  <a:lnTo>
                    <a:pt x="1773763" y="1457045"/>
                  </a:lnTo>
                  <a:lnTo>
                    <a:pt x="1815572" y="1434363"/>
                  </a:lnTo>
                  <a:lnTo>
                    <a:pt x="1851993" y="1404318"/>
                  </a:lnTo>
                  <a:lnTo>
                    <a:pt x="1882038" y="1367897"/>
                  </a:lnTo>
                  <a:lnTo>
                    <a:pt x="1904720" y="1326088"/>
                  </a:lnTo>
                  <a:lnTo>
                    <a:pt x="1919053" y="1279876"/>
                  </a:lnTo>
                  <a:lnTo>
                    <a:pt x="1924050" y="1230249"/>
                  </a:lnTo>
                  <a:lnTo>
                    <a:pt x="1924050" y="246125"/>
                  </a:lnTo>
                  <a:lnTo>
                    <a:pt x="1919053" y="196498"/>
                  </a:lnTo>
                  <a:lnTo>
                    <a:pt x="1904720" y="150286"/>
                  </a:lnTo>
                  <a:lnTo>
                    <a:pt x="1882038" y="108477"/>
                  </a:lnTo>
                  <a:lnTo>
                    <a:pt x="1851993" y="72056"/>
                  </a:lnTo>
                  <a:lnTo>
                    <a:pt x="1815572" y="42011"/>
                  </a:lnTo>
                  <a:lnTo>
                    <a:pt x="1773763" y="19329"/>
                  </a:lnTo>
                  <a:lnTo>
                    <a:pt x="1727551" y="4996"/>
                  </a:lnTo>
                  <a:lnTo>
                    <a:pt x="1677924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458200" y="2819400"/>
              <a:ext cx="1924050" cy="1476375"/>
            </a:xfrm>
            <a:custGeom>
              <a:avLst/>
              <a:gdLst/>
              <a:ahLst/>
              <a:cxnLst/>
              <a:rect l="l" t="t" r="r" b="b"/>
              <a:pathLst>
                <a:path w="1924050" h="1476375">
                  <a:moveTo>
                    <a:pt x="0" y="246125"/>
                  </a:moveTo>
                  <a:lnTo>
                    <a:pt x="4996" y="196498"/>
                  </a:lnTo>
                  <a:lnTo>
                    <a:pt x="19329" y="150286"/>
                  </a:lnTo>
                  <a:lnTo>
                    <a:pt x="42011" y="108477"/>
                  </a:lnTo>
                  <a:lnTo>
                    <a:pt x="72056" y="72056"/>
                  </a:lnTo>
                  <a:lnTo>
                    <a:pt x="108477" y="42011"/>
                  </a:lnTo>
                  <a:lnTo>
                    <a:pt x="150286" y="19329"/>
                  </a:lnTo>
                  <a:lnTo>
                    <a:pt x="196498" y="4996"/>
                  </a:lnTo>
                  <a:lnTo>
                    <a:pt x="246125" y="0"/>
                  </a:lnTo>
                  <a:lnTo>
                    <a:pt x="1677924" y="0"/>
                  </a:lnTo>
                  <a:lnTo>
                    <a:pt x="1727551" y="4996"/>
                  </a:lnTo>
                  <a:lnTo>
                    <a:pt x="1773763" y="19329"/>
                  </a:lnTo>
                  <a:lnTo>
                    <a:pt x="1815572" y="42011"/>
                  </a:lnTo>
                  <a:lnTo>
                    <a:pt x="1851993" y="72056"/>
                  </a:lnTo>
                  <a:lnTo>
                    <a:pt x="1882038" y="108477"/>
                  </a:lnTo>
                  <a:lnTo>
                    <a:pt x="1904720" y="150286"/>
                  </a:lnTo>
                  <a:lnTo>
                    <a:pt x="1919053" y="196498"/>
                  </a:lnTo>
                  <a:lnTo>
                    <a:pt x="1924050" y="246125"/>
                  </a:lnTo>
                  <a:lnTo>
                    <a:pt x="1924050" y="1230249"/>
                  </a:lnTo>
                  <a:lnTo>
                    <a:pt x="1919053" y="1279876"/>
                  </a:lnTo>
                  <a:lnTo>
                    <a:pt x="1904720" y="1326088"/>
                  </a:lnTo>
                  <a:lnTo>
                    <a:pt x="1882038" y="1367897"/>
                  </a:lnTo>
                  <a:lnTo>
                    <a:pt x="1851993" y="1404318"/>
                  </a:lnTo>
                  <a:lnTo>
                    <a:pt x="1815572" y="1434363"/>
                  </a:lnTo>
                  <a:lnTo>
                    <a:pt x="1773763" y="1457045"/>
                  </a:lnTo>
                  <a:lnTo>
                    <a:pt x="1727551" y="1471378"/>
                  </a:lnTo>
                  <a:lnTo>
                    <a:pt x="1677924" y="1476375"/>
                  </a:lnTo>
                  <a:lnTo>
                    <a:pt x="246125" y="1476375"/>
                  </a:lnTo>
                  <a:lnTo>
                    <a:pt x="196498" y="1471378"/>
                  </a:lnTo>
                  <a:lnTo>
                    <a:pt x="150286" y="1457045"/>
                  </a:lnTo>
                  <a:lnTo>
                    <a:pt x="108477" y="1434363"/>
                  </a:lnTo>
                  <a:lnTo>
                    <a:pt x="72056" y="1404318"/>
                  </a:lnTo>
                  <a:lnTo>
                    <a:pt x="42011" y="1367897"/>
                  </a:lnTo>
                  <a:lnTo>
                    <a:pt x="19329" y="1326088"/>
                  </a:lnTo>
                  <a:lnTo>
                    <a:pt x="4996" y="1279876"/>
                  </a:lnTo>
                  <a:lnTo>
                    <a:pt x="0" y="1230249"/>
                  </a:lnTo>
                  <a:lnTo>
                    <a:pt x="0" y="24612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620125" y="2943225"/>
              <a:ext cx="1609725" cy="1219200"/>
            </a:xfrm>
            <a:custGeom>
              <a:avLst/>
              <a:gdLst/>
              <a:ahLst/>
              <a:cxnLst/>
              <a:rect l="l" t="t" r="r" b="b"/>
              <a:pathLst>
                <a:path w="1609725" h="1219200">
                  <a:moveTo>
                    <a:pt x="1406525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1406525" y="1219200"/>
                  </a:lnTo>
                  <a:lnTo>
                    <a:pt x="1453130" y="1213835"/>
                  </a:lnTo>
                  <a:lnTo>
                    <a:pt x="1495906" y="1198554"/>
                  </a:lnTo>
                  <a:lnTo>
                    <a:pt x="1533634" y="1174573"/>
                  </a:lnTo>
                  <a:lnTo>
                    <a:pt x="1565098" y="1143109"/>
                  </a:lnTo>
                  <a:lnTo>
                    <a:pt x="1589079" y="1105381"/>
                  </a:lnTo>
                  <a:lnTo>
                    <a:pt x="1604360" y="1062605"/>
                  </a:lnTo>
                  <a:lnTo>
                    <a:pt x="1609725" y="1016000"/>
                  </a:lnTo>
                  <a:lnTo>
                    <a:pt x="1609725" y="203200"/>
                  </a:lnTo>
                  <a:lnTo>
                    <a:pt x="1604360" y="156594"/>
                  </a:lnTo>
                  <a:lnTo>
                    <a:pt x="1589079" y="113818"/>
                  </a:lnTo>
                  <a:lnTo>
                    <a:pt x="1565098" y="76090"/>
                  </a:lnTo>
                  <a:lnTo>
                    <a:pt x="1533634" y="44626"/>
                  </a:lnTo>
                  <a:lnTo>
                    <a:pt x="1495906" y="20645"/>
                  </a:lnTo>
                  <a:lnTo>
                    <a:pt x="1453130" y="5364"/>
                  </a:lnTo>
                  <a:lnTo>
                    <a:pt x="14065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620125" y="2943225"/>
              <a:ext cx="1609725" cy="1219200"/>
            </a:xfrm>
            <a:custGeom>
              <a:avLst/>
              <a:gdLst/>
              <a:ahLst/>
              <a:cxnLst/>
              <a:rect l="l" t="t" r="r" b="b"/>
              <a:pathLst>
                <a:path w="1609725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1406525" y="0"/>
                  </a:lnTo>
                  <a:lnTo>
                    <a:pt x="1453130" y="5364"/>
                  </a:lnTo>
                  <a:lnTo>
                    <a:pt x="1495906" y="20645"/>
                  </a:lnTo>
                  <a:lnTo>
                    <a:pt x="1533634" y="44626"/>
                  </a:lnTo>
                  <a:lnTo>
                    <a:pt x="1565098" y="76090"/>
                  </a:lnTo>
                  <a:lnTo>
                    <a:pt x="1589079" y="113818"/>
                  </a:lnTo>
                  <a:lnTo>
                    <a:pt x="1604360" y="156594"/>
                  </a:lnTo>
                  <a:lnTo>
                    <a:pt x="1609725" y="203200"/>
                  </a:lnTo>
                  <a:lnTo>
                    <a:pt x="1609725" y="1016000"/>
                  </a:lnTo>
                  <a:lnTo>
                    <a:pt x="1604360" y="1062605"/>
                  </a:lnTo>
                  <a:lnTo>
                    <a:pt x="1589079" y="1105381"/>
                  </a:lnTo>
                  <a:lnTo>
                    <a:pt x="1565098" y="1143109"/>
                  </a:lnTo>
                  <a:lnTo>
                    <a:pt x="1533634" y="1174573"/>
                  </a:lnTo>
                  <a:lnTo>
                    <a:pt x="1495906" y="1198554"/>
                  </a:lnTo>
                  <a:lnTo>
                    <a:pt x="1453130" y="1213835"/>
                  </a:lnTo>
                  <a:lnTo>
                    <a:pt x="1406525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861043" y="3251517"/>
            <a:ext cx="1609724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65760" marR="5080" indent="-353695">
              <a:lnSpc>
                <a:spcPct val="100800"/>
              </a:lnSpc>
              <a:spcBef>
                <a:spcPts val="85"/>
              </a:spcBef>
            </a:pPr>
            <a:r>
              <a:rPr sz="1800" spc="4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Summarize </a:t>
            </a:r>
            <a:r>
              <a:rPr sz="1800" spc="-25" dirty="0">
                <a:solidFill>
                  <a:srgbClr val="FFFFFF"/>
                </a:solidFill>
                <a:latin typeface="Aptos" panose="020B0004020202020204" pitchFamily="34" charset="0"/>
                <a:cs typeface="Calibri"/>
              </a:rPr>
              <a:t>LLM</a:t>
            </a:r>
            <a:endParaRPr sz="1800" dirty="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583" y="284657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145" dirty="0">
                <a:solidFill>
                  <a:srgbClr val="3371A5"/>
                </a:solidFill>
                <a:latin typeface="Aptos" panose="020B0004020202020204" pitchFamily="34" charset="0"/>
              </a:rPr>
              <a:t>PEFT</a:t>
            </a:r>
            <a:r>
              <a:rPr sz="3600" b="1" spc="-18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M</a:t>
            </a:r>
            <a:r>
              <a:rPr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108" y="1850130"/>
            <a:ext cx="7844379" cy="42261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3421"/>
            <a:ext cx="10515600" cy="688970"/>
          </a:xfrm>
          <a:prstGeom prst="rect">
            <a:avLst/>
          </a:prstGeom>
        </p:spPr>
        <p:txBody>
          <a:bodyPr vert="horz" wrap="square" lIns="0" tIns="13366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65" dirty="0">
                <a:solidFill>
                  <a:srgbClr val="3371A5"/>
                </a:solidFill>
                <a:latin typeface="Aptos" panose="020B0004020202020204" pitchFamily="34" charset="0"/>
              </a:rPr>
              <a:t>Transformers</a:t>
            </a:r>
            <a:r>
              <a:rPr sz="3600" b="1" spc="-6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spc="125" dirty="0">
                <a:solidFill>
                  <a:srgbClr val="3371A5"/>
                </a:solidFill>
                <a:latin typeface="Aptos" panose="020B0004020202020204" pitchFamily="34" charset="0"/>
              </a:rPr>
              <a:t>R</a:t>
            </a:r>
            <a:r>
              <a:rPr sz="3600" b="1" spc="125" dirty="0">
                <a:solidFill>
                  <a:srgbClr val="3371A5"/>
                </a:solidFill>
                <a:latin typeface="Aptos" panose="020B0004020202020204" pitchFamily="34" charset="0"/>
              </a:rPr>
              <a:t>ecap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7190" y="1431672"/>
            <a:ext cx="7976096" cy="45405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3421"/>
            <a:ext cx="10515600" cy="688970"/>
          </a:xfrm>
          <a:prstGeom prst="rect">
            <a:avLst/>
          </a:prstGeom>
        </p:spPr>
        <p:txBody>
          <a:bodyPr vert="horz" wrap="square" lIns="0" tIns="13366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65" dirty="0">
                <a:latin typeface="Aptos" panose="020B0004020202020204" pitchFamily="34" charset="0"/>
              </a:rPr>
              <a:t>Transformers</a:t>
            </a:r>
            <a:r>
              <a:rPr sz="3600" b="1" spc="-65" dirty="0">
                <a:latin typeface="Aptos" panose="020B0004020202020204" pitchFamily="34" charset="0"/>
              </a:rPr>
              <a:t> </a:t>
            </a:r>
            <a:r>
              <a:rPr lang="en-US" sz="3600" b="1" spc="125" dirty="0">
                <a:latin typeface="Aptos" panose="020B0004020202020204" pitchFamily="34" charset="0"/>
              </a:rPr>
              <a:t>R</a:t>
            </a:r>
            <a:r>
              <a:rPr sz="3600" b="1" spc="125" dirty="0">
                <a:latin typeface="Aptos" panose="020B0004020202020204" pitchFamily="34" charset="0"/>
              </a:rPr>
              <a:t>ecap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94917" y="1431672"/>
            <a:ext cx="8978900" cy="4540885"/>
            <a:chOff x="1194917" y="1431672"/>
            <a:chExt cx="8978900" cy="4540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7190" y="1431672"/>
              <a:ext cx="7976096" cy="45405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94917" y="3801999"/>
              <a:ext cx="1754505" cy="1158240"/>
            </a:xfrm>
            <a:custGeom>
              <a:avLst/>
              <a:gdLst/>
              <a:ahLst/>
              <a:cxnLst/>
              <a:rect l="l" t="t" r="r" b="b"/>
              <a:pathLst>
                <a:path w="1754505" h="1158239">
                  <a:moveTo>
                    <a:pt x="1685276" y="1124357"/>
                  </a:moveTo>
                  <a:lnTo>
                    <a:pt x="1669567" y="1148207"/>
                  </a:lnTo>
                  <a:lnTo>
                    <a:pt x="1754149" y="1158239"/>
                  </a:lnTo>
                  <a:lnTo>
                    <a:pt x="1738552" y="1131315"/>
                  </a:lnTo>
                  <a:lnTo>
                    <a:pt x="1695856" y="1131315"/>
                  </a:lnTo>
                  <a:lnTo>
                    <a:pt x="1685276" y="1124357"/>
                  </a:lnTo>
                  <a:close/>
                </a:path>
                <a:path w="1754505" h="1158239">
                  <a:moveTo>
                    <a:pt x="1695758" y="1108443"/>
                  </a:moveTo>
                  <a:lnTo>
                    <a:pt x="1685276" y="1124357"/>
                  </a:lnTo>
                  <a:lnTo>
                    <a:pt x="1695856" y="1131315"/>
                  </a:lnTo>
                  <a:lnTo>
                    <a:pt x="1706397" y="1115440"/>
                  </a:lnTo>
                  <a:lnTo>
                    <a:pt x="1695758" y="1108443"/>
                  </a:lnTo>
                  <a:close/>
                </a:path>
                <a:path w="1754505" h="1158239">
                  <a:moveTo>
                    <a:pt x="1711477" y="1084580"/>
                  </a:moveTo>
                  <a:lnTo>
                    <a:pt x="1695758" y="1108443"/>
                  </a:lnTo>
                  <a:lnTo>
                    <a:pt x="1706397" y="1115440"/>
                  </a:lnTo>
                  <a:lnTo>
                    <a:pt x="1695856" y="1131315"/>
                  </a:lnTo>
                  <a:lnTo>
                    <a:pt x="1738552" y="1131315"/>
                  </a:lnTo>
                  <a:lnTo>
                    <a:pt x="1711477" y="1084580"/>
                  </a:lnTo>
                  <a:close/>
                </a:path>
                <a:path w="1754505" h="1158239">
                  <a:moveTo>
                    <a:pt x="10464" y="0"/>
                  </a:moveTo>
                  <a:lnTo>
                    <a:pt x="0" y="16001"/>
                  </a:lnTo>
                  <a:lnTo>
                    <a:pt x="1685276" y="1124357"/>
                  </a:lnTo>
                  <a:lnTo>
                    <a:pt x="1695758" y="110844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1957" y="3168332"/>
            <a:ext cx="93218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latin typeface="Calibri"/>
                <a:cs typeface="Calibri"/>
              </a:rPr>
              <a:t>Attention weights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83411" y="2251201"/>
            <a:ext cx="1548130" cy="1791970"/>
          </a:xfrm>
          <a:custGeom>
            <a:avLst/>
            <a:gdLst/>
            <a:ahLst/>
            <a:cxnLst/>
            <a:rect l="l" t="t" r="r" b="b"/>
            <a:pathLst>
              <a:path w="1548130" h="1791970">
                <a:moveTo>
                  <a:pt x="1490537" y="1740039"/>
                </a:moveTo>
                <a:lnTo>
                  <a:pt x="1468882" y="1758696"/>
                </a:lnTo>
                <a:lnTo>
                  <a:pt x="1547621" y="1791462"/>
                </a:lnTo>
                <a:lnTo>
                  <a:pt x="1537015" y="1749679"/>
                </a:lnTo>
                <a:lnTo>
                  <a:pt x="1498853" y="1749679"/>
                </a:lnTo>
                <a:lnTo>
                  <a:pt x="1490537" y="1740039"/>
                </a:lnTo>
                <a:close/>
              </a:path>
              <a:path w="1548130" h="1791970">
                <a:moveTo>
                  <a:pt x="1505001" y="1727577"/>
                </a:moveTo>
                <a:lnTo>
                  <a:pt x="1490537" y="1740039"/>
                </a:lnTo>
                <a:lnTo>
                  <a:pt x="1498853" y="1749679"/>
                </a:lnTo>
                <a:lnTo>
                  <a:pt x="1513332" y="1737233"/>
                </a:lnTo>
                <a:lnTo>
                  <a:pt x="1505001" y="1727577"/>
                </a:lnTo>
                <a:close/>
              </a:path>
              <a:path w="1548130" h="1791970">
                <a:moveTo>
                  <a:pt x="1526666" y="1708912"/>
                </a:moveTo>
                <a:lnTo>
                  <a:pt x="1505001" y="1727577"/>
                </a:lnTo>
                <a:lnTo>
                  <a:pt x="1513332" y="1737233"/>
                </a:lnTo>
                <a:lnTo>
                  <a:pt x="1498853" y="1749679"/>
                </a:lnTo>
                <a:lnTo>
                  <a:pt x="1537015" y="1749679"/>
                </a:lnTo>
                <a:lnTo>
                  <a:pt x="1526666" y="1708912"/>
                </a:lnTo>
                <a:close/>
              </a:path>
              <a:path w="1548130" h="1791970">
                <a:moveTo>
                  <a:pt x="14477" y="0"/>
                </a:moveTo>
                <a:lnTo>
                  <a:pt x="0" y="12446"/>
                </a:lnTo>
                <a:lnTo>
                  <a:pt x="1490537" y="1740039"/>
                </a:lnTo>
                <a:lnTo>
                  <a:pt x="1505001" y="1727577"/>
                </a:lnTo>
                <a:lnTo>
                  <a:pt x="14477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4359" y="1733232"/>
            <a:ext cx="78549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0" dirty="0">
                <a:latin typeface="Calibri"/>
                <a:cs typeface="Calibri"/>
              </a:rPr>
              <a:t>FCN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" dirty="0">
                <a:latin typeface="Calibri"/>
                <a:cs typeface="Calibri"/>
              </a:rPr>
              <a:t>weights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39" y="395401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LoRA:</a:t>
            </a: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Low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Rank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Adaption</a:t>
            </a:r>
            <a:r>
              <a:rPr sz="3600" b="1" spc="-10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 </a:t>
            </a:r>
            <a:r>
              <a:rPr sz="3600" b="1" spc="10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3888740" cy="361765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2200"/>
              </a:lnSpc>
              <a:spcBef>
                <a:spcPts val="385"/>
              </a:spcBef>
            </a:pPr>
            <a:r>
              <a:rPr sz="3600" spc="75" dirty="0">
                <a:latin typeface="Aptos" panose="020B0004020202020204" pitchFamily="34" charset="0"/>
                <a:cs typeface="Calibri"/>
              </a:rPr>
              <a:t>Step-</a:t>
            </a:r>
            <a:r>
              <a:rPr sz="3600" spc="70" dirty="0">
                <a:latin typeface="Aptos" panose="020B0004020202020204" pitchFamily="34" charset="0"/>
                <a:cs typeface="Calibri"/>
              </a:rPr>
              <a:t>1:</a:t>
            </a:r>
            <a:r>
              <a:rPr sz="36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75" dirty="0">
                <a:latin typeface="Aptos" panose="020B0004020202020204" pitchFamily="34" charset="0"/>
                <a:cs typeface="Calibri"/>
              </a:rPr>
              <a:t>Freeze</a:t>
            </a:r>
            <a:r>
              <a:rPr sz="36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125" dirty="0">
                <a:latin typeface="Aptos" panose="020B0004020202020204" pitchFamily="34" charset="0"/>
                <a:cs typeface="Calibri"/>
              </a:rPr>
              <a:t>most</a:t>
            </a:r>
            <a:r>
              <a:rPr sz="36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-25" dirty="0">
                <a:latin typeface="Aptos" panose="020B0004020202020204" pitchFamily="34" charset="0"/>
                <a:cs typeface="Calibri"/>
              </a:rPr>
              <a:t>of </a:t>
            </a:r>
            <a:r>
              <a:rPr sz="3600" spc="60" dirty="0">
                <a:latin typeface="Aptos" panose="020B0004020202020204" pitchFamily="34" charset="0"/>
                <a:cs typeface="Calibri"/>
              </a:rPr>
              <a:t>the</a:t>
            </a:r>
            <a:r>
              <a:rPr sz="36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65" dirty="0">
                <a:latin typeface="Aptos" panose="020B0004020202020204" pitchFamily="34" charset="0"/>
                <a:cs typeface="Calibri"/>
              </a:rPr>
              <a:t>weights</a:t>
            </a:r>
            <a:r>
              <a:rPr sz="360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50" dirty="0">
                <a:latin typeface="Aptos" panose="020B0004020202020204" pitchFamily="34" charset="0"/>
                <a:cs typeface="Calibri"/>
              </a:rPr>
              <a:t>of</a:t>
            </a:r>
            <a:r>
              <a:rPr sz="3600" dirty="0">
                <a:latin typeface="Aptos" panose="020B0004020202020204" pitchFamily="34" charset="0"/>
                <a:cs typeface="Calibri"/>
              </a:rPr>
              <a:t> the</a:t>
            </a:r>
            <a:r>
              <a:rPr sz="36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85" dirty="0">
                <a:latin typeface="Aptos" panose="020B0004020202020204" pitchFamily="34" charset="0"/>
                <a:cs typeface="Calibri"/>
              </a:rPr>
              <a:t>LLM. </a:t>
            </a:r>
            <a:r>
              <a:rPr sz="3600" spc="75" dirty="0">
                <a:latin typeface="Aptos" panose="020B0004020202020204" pitchFamily="34" charset="0"/>
                <a:cs typeface="Calibri"/>
              </a:rPr>
              <a:t>For</a:t>
            </a:r>
            <a:r>
              <a:rPr sz="36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90" dirty="0">
                <a:latin typeface="Aptos" panose="020B0004020202020204" pitchFamily="34" charset="0"/>
                <a:cs typeface="Calibri"/>
              </a:rPr>
              <a:t>example,</a:t>
            </a:r>
            <a:r>
              <a:rPr sz="36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35" dirty="0">
                <a:latin typeface="Aptos" panose="020B0004020202020204" pitchFamily="34" charset="0"/>
                <a:cs typeface="Calibri"/>
              </a:rPr>
              <a:t>the </a:t>
            </a:r>
            <a:r>
              <a:rPr sz="3600" dirty="0">
                <a:latin typeface="Aptos" panose="020B0004020202020204" pitchFamily="34" charset="0"/>
                <a:cs typeface="Calibri"/>
              </a:rPr>
              <a:t>attention</a:t>
            </a:r>
            <a:r>
              <a:rPr sz="3600" spc="8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75" dirty="0">
                <a:latin typeface="Aptos" panose="020B0004020202020204" pitchFamily="34" charset="0"/>
                <a:cs typeface="Calibri"/>
              </a:rPr>
              <a:t>weights</a:t>
            </a:r>
            <a:r>
              <a:rPr sz="3600" spc="4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130" dirty="0">
                <a:latin typeface="Aptos" panose="020B0004020202020204" pitchFamily="34" charset="0"/>
                <a:cs typeface="Calibri"/>
              </a:rPr>
              <a:t>and</a:t>
            </a:r>
            <a:r>
              <a:rPr sz="3600" spc="55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35" dirty="0">
                <a:latin typeface="Aptos" panose="020B0004020202020204" pitchFamily="34" charset="0"/>
                <a:cs typeface="Calibri"/>
              </a:rPr>
              <a:t>the </a:t>
            </a:r>
            <a:r>
              <a:rPr sz="3600" spc="265" dirty="0">
                <a:latin typeface="Aptos" panose="020B0004020202020204" pitchFamily="34" charset="0"/>
                <a:cs typeface="Calibri"/>
              </a:rPr>
              <a:t>FCN</a:t>
            </a:r>
            <a:r>
              <a:rPr sz="36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3600" spc="60" dirty="0">
                <a:latin typeface="Aptos" panose="020B0004020202020204" pitchFamily="34" charset="0"/>
                <a:cs typeface="Calibri"/>
              </a:rPr>
              <a:t>weights.</a:t>
            </a:r>
            <a:endParaRPr sz="3600" dirty="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1304925"/>
            <a:ext cx="554355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42462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LoRA:</a:t>
            </a: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Low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Rank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Adaption</a:t>
            </a:r>
            <a:r>
              <a:rPr sz="3600" b="1" spc="-10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 </a:t>
            </a:r>
            <a:r>
              <a:rPr sz="3600" b="1" spc="10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3888740" cy="174855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2200"/>
              </a:lnSpc>
              <a:spcBef>
                <a:spcPts val="385"/>
              </a:spcBef>
            </a:pPr>
            <a:r>
              <a:rPr sz="2400" spc="75" dirty="0">
                <a:latin typeface="Aptos" panose="020B0004020202020204" pitchFamily="34" charset="0"/>
                <a:cs typeface="Calibri"/>
              </a:rPr>
              <a:t>Step-</a:t>
            </a:r>
            <a:r>
              <a:rPr sz="2400" spc="70" dirty="0">
                <a:latin typeface="Aptos" panose="020B0004020202020204" pitchFamily="34" charset="0"/>
                <a:cs typeface="Calibri"/>
              </a:rPr>
              <a:t>1: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75" dirty="0">
                <a:latin typeface="Aptos" panose="020B0004020202020204" pitchFamily="34" charset="0"/>
                <a:cs typeface="Calibri"/>
              </a:rPr>
              <a:t>Freeze</a:t>
            </a:r>
            <a:r>
              <a:rPr sz="24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25" dirty="0">
                <a:latin typeface="Aptos" panose="020B0004020202020204" pitchFamily="34" charset="0"/>
                <a:cs typeface="Calibri"/>
              </a:rPr>
              <a:t>most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of </a:t>
            </a:r>
            <a:r>
              <a:rPr sz="2400" spc="60" dirty="0">
                <a:latin typeface="Aptos" panose="020B0004020202020204" pitchFamily="34" charset="0"/>
                <a:cs typeface="Calibri"/>
              </a:rPr>
              <a:t>the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weights</a:t>
            </a:r>
            <a:r>
              <a:rPr sz="240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50" dirty="0">
                <a:latin typeface="Aptos" panose="020B0004020202020204" pitchFamily="34" charset="0"/>
                <a:cs typeface="Calibri"/>
              </a:rPr>
              <a:t>of</a:t>
            </a:r>
            <a:r>
              <a:rPr sz="2400" dirty="0">
                <a:latin typeface="Aptos" panose="020B0004020202020204" pitchFamily="34" charset="0"/>
                <a:cs typeface="Calibri"/>
              </a:rPr>
              <a:t> the</a:t>
            </a:r>
            <a:r>
              <a:rPr sz="24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85" dirty="0">
                <a:latin typeface="Aptos" panose="020B0004020202020204" pitchFamily="34" charset="0"/>
                <a:cs typeface="Calibri"/>
              </a:rPr>
              <a:t>LLM. </a:t>
            </a:r>
            <a:r>
              <a:rPr sz="2400" spc="75" dirty="0">
                <a:latin typeface="Aptos" panose="020B0004020202020204" pitchFamily="34" charset="0"/>
                <a:cs typeface="Calibri"/>
              </a:rPr>
              <a:t>For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90" dirty="0">
                <a:latin typeface="Aptos" panose="020B0004020202020204" pitchFamily="34" charset="0"/>
                <a:cs typeface="Calibri"/>
              </a:rPr>
              <a:t>example,</a:t>
            </a:r>
            <a:r>
              <a:rPr sz="24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35" dirty="0">
                <a:latin typeface="Aptos" panose="020B0004020202020204" pitchFamily="34" charset="0"/>
                <a:cs typeface="Calibri"/>
              </a:rPr>
              <a:t>the </a:t>
            </a:r>
            <a:r>
              <a:rPr sz="2400" dirty="0">
                <a:latin typeface="Aptos" panose="020B0004020202020204" pitchFamily="34" charset="0"/>
                <a:cs typeface="Calibri"/>
              </a:rPr>
              <a:t>attention</a:t>
            </a:r>
            <a:r>
              <a:rPr sz="2400" spc="8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75" dirty="0">
                <a:latin typeface="Aptos" panose="020B0004020202020204" pitchFamily="34" charset="0"/>
                <a:cs typeface="Calibri"/>
              </a:rPr>
              <a:t>weights</a:t>
            </a:r>
            <a:r>
              <a:rPr sz="2400" spc="4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30" dirty="0">
                <a:latin typeface="Aptos" panose="020B0004020202020204" pitchFamily="34" charset="0"/>
                <a:cs typeface="Calibri"/>
              </a:rPr>
              <a:t>and</a:t>
            </a:r>
            <a:r>
              <a:rPr sz="2400" spc="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35" dirty="0">
                <a:latin typeface="Aptos" panose="020B0004020202020204" pitchFamily="34" charset="0"/>
                <a:cs typeface="Calibri"/>
              </a:rPr>
              <a:t>the </a:t>
            </a:r>
            <a:r>
              <a:rPr sz="2400" spc="265" dirty="0">
                <a:latin typeface="Aptos" panose="020B0004020202020204" pitchFamily="34" charset="0"/>
                <a:cs typeface="Calibri"/>
              </a:rPr>
              <a:t>FCN</a:t>
            </a:r>
            <a:r>
              <a:rPr sz="24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60" dirty="0">
                <a:latin typeface="Aptos" panose="020B0004020202020204" pitchFamily="34" charset="0"/>
                <a:cs typeface="Calibri"/>
              </a:rPr>
              <a:t>weights.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3645598"/>
            <a:ext cx="3768090" cy="8305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75"/>
              </a:spcBef>
            </a:pPr>
            <a:r>
              <a:rPr sz="2400" spc="114" dirty="0">
                <a:latin typeface="Aptos" panose="020B0004020202020204" pitchFamily="34" charset="0"/>
                <a:cs typeface="Calibri"/>
              </a:rPr>
              <a:t>Step-</a:t>
            </a:r>
            <a:r>
              <a:rPr sz="2400" spc="65" dirty="0">
                <a:latin typeface="Aptos" panose="020B0004020202020204" pitchFamily="34" charset="0"/>
                <a:cs typeface="Calibri"/>
              </a:rPr>
              <a:t>2:</a:t>
            </a:r>
            <a:r>
              <a:rPr sz="24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80" dirty="0">
                <a:latin typeface="Aptos" panose="020B0004020202020204" pitchFamily="34" charset="0"/>
                <a:cs typeface="Calibri"/>
              </a:rPr>
              <a:t>introduce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70" dirty="0">
                <a:latin typeface="Aptos" panose="020B0004020202020204" pitchFamily="34" charset="0"/>
                <a:cs typeface="Calibri"/>
              </a:rPr>
              <a:t>2</a:t>
            </a:r>
            <a:r>
              <a:rPr sz="240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40" dirty="0">
                <a:latin typeface="Aptos" panose="020B0004020202020204" pitchFamily="34" charset="0"/>
                <a:cs typeface="Calibri"/>
              </a:rPr>
              <a:t>rank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decomposition</a:t>
            </a:r>
            <a:r>
              <a:rPr sz="240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105" dirty="0">
                <a:latin typeface="Aptos" panose="020B0004020202020204" pitchFamily="34" charset="0"/>
                <a:cs typeface="Calibri"/>
              </a:rPr>
              <a:t>matrices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634" y="1883511"/>
            <a:ext cx="5473290" cy="44900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64191" y="4476178"/>
            <a:ext cx="1849755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08940">
              <a:lnSpc>
                <a:spcPct val="100800"/>
              </a:lnSpc>
              <a:spcBef>
                <a:spcPts val="85"/>
              </a:spcBef>
            </a:pPr>
            <a:r>
              <a:rPr sz="1800" spc="80" dirty="0">
                <a:latin typeface="Calibri"/>
                <a:cs typeface="Calibri"/>
              </a:rPr>
              <a:t>Rank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100" dirty="0">
                <a:latin typeface="Calibri"/>
                <a:cs typeface="Calibri"/>
              </a:rPr>
              <a:t>is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small </a:t>
            </a:r>
            <a:r>
              <a:rPr sz="1800" spc="40" dirty="0">
                <a:latin typeface="Calibri"/>
                <a:cs typeface="Calibri"/>
              </a:rPr>
              <a:t>dimension.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alibri"/>
                <a:cs typeface="Calibri"/>
              </a:rPr>
              <a:t>Typically,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4,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...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04" y="476037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LoRA:</a:t>
            </a: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Low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Rank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Adaption</a:t>
            </a:r>
            <a:r>
              <a:rPr sz="3600" b="1" spc="-10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 </a:t>
            </a:r>
            <a:r>
              <a:rPr sz="3600" b="1" spc="10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4" y="1775523"/>
            <a:ext cx="4368301" cy="300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5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1:</a:t>
            </a:r>
            <a:r>
              <a:rPr sz="185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Freeze</a:t>
            </a:r>
            <a:r>
              <a:rPr sz="1850" spc="10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90" dirty="0">
                <a:latin typeface="Aptos" panose="020B0004020202020204" pitchFamily="34" charset="0"/>
                <a:cs typeface="Calibri"/>
              </a:rPr>
              <a:t>most</a:t>
            </a:r>
            <a:r>
              <a:rPr sz="185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weights</a:t>
            </a:r>
            <a:r>
              <a:rPr sz="1850" spc="10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-25" dirty="0">
                <a:latin typeface="Aptos" panose="020B0004020202020204" pitchFamily="34" charset="0"/>
                <a:cs typeface="Calibri"/>
              </a:rPr>
              <a:t>the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2004378"/>
            <a:ext cx="4147820" cy="52133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ct val="74400"/>
              </a:lnSpc>
              <a:spcBef>
                <a:spcPts val="695"/>
              </a:spcBef>
            </a:pPr>
            <a:r>
              <a:rPr sz="1850" spc="70" dirty="0">
                <a:latin typeface="Aptos" panose="020B0004020202020204" pitchFamily="34" charset="0"/>
                <a:cs typeface="Calibri"/>
              </a:rPr>
              <a:t>LLM.</a:t>
            </a:r>
            <a:r>
              <a:rPr sz="1850" spc="1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For</a:t>
            </a:r>
            <a:r>
              <a:rPr sz="1850" spc="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example,</a:t>
            </a:r>
            <a:r>
              <a:rPr sz="1850" spc="3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12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attention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45" dirty="0">
                <a:latin typeface="Aptos" panose="020B0004020202020204" pitchFamily="34" charset="0"/>
                <a:cs typeface="Calibri"/>
              </a:rPr>
              <a:t>weights </a:t>
            </a:r>
            <a:r>
              <a:rPr sz="1850" spc="95" dirty="0">
                <a:latin typeface="Aptos" panose="020B0004020202020204" pitchFamily="34" charset="0"/>
                <a:cs typeface="Calibri"/>
              </a:rPr>
              <a:t>and</a:t>
            </a:r>
            <a:r>
              <a:rPr sz="1850" spc="-1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6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170" dirty="0">
                <a:latin typeface="Aptos" panose="020B0004020202020204" pitchFamily="34" charset="0"/>
                <a:cs typeface="Calibri"/>
              </a:rPr>
              <a:t>FCN</a:t>
            </a:r>
            <a:r>
              <a:rPr sz="1850" spc="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45" dirty="0">
                <a:latin typeface="Aptos" panose="020B0004020202020204" pitchFamily="34" charset="0"/>
                <a:cs typeface="Calibri"/>
              </a:rPr>
              <a:t>weights.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75" y="2552701"/>
            <a:ext cx="4554538" cy="300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8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2:</a:t>
            </a:r>
            <a:r>
              <a:rPr sz="1850" spc="-2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introduce</a:t>
            </a:r>
            <a:r>
              <a:rPr sz="185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2</a:t>
            </a:r>
            <a:r>
              <a:rPr sz="1850" spc="5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rank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 decomposition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575" y="2781556"/>
            <a:ext cx="1009650" cy="5854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70" dirty="0">
                <a:latin typeface="Aptos" panose="020B0004020202020204" pitchFamily="34" charset="0"/>
                <a:cs typeface="Calibri"/>
              </a:rPr>
              <a:t>matrices.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575" y="3043872"/>
            <a:ext cx="4051300" cy="51809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marR="5080">
              <a:lnSpc>
                <a:spcPct val="71100"/>
              </a:lnSpc>
              <a:spcBef>
                <a:spcPts val="770"/>
              </a:spcBef>
            </a:pPr>
            <a:r>
              <a:rPr sz="1850" spc="8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3:</a:t>
            </a:r>
            <a:r>
              <a:rPr sz="185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Train</a:t>
            </a:r>
            <a:r>
              <a:rPr sz="185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-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60" dirty="0">
                <a:latin typeface="Aptos" panose="020B0004020202020204" pitchFamily="34" charset="0"/>
                <a:cs typeface="Calibri"/>
              </a:rPr>
              <a:t>weights</a:t>
            </a:r>
            <a:r>
              <a:rPr sz="1850" spc="-2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3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smaller 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matrices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304" y="3929610"/>
            <a:ext cx="4219219" cy="20486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2004" y="1884117"/>
            <a:ext cx="5458395" cy="44978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4191" y="4476178"/>
            <a:ext cx="1849755" cy="140416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08940">
              <a:lnSpc>
                <a:spcPct val="100800"/>
              </a:lnSpc>
              <a:spcBef>
                <a:spcPts val="85"/>
              </a:spcBef>
            </a:pPr>
            <a:r>
              <a:rPr sz="1800" spc="80" dirty="0">
                <a:latin typeface="Aptos" panose="020B0004020202020204" pitchFamily="34" charset="0"/>
                <a:cs typeface="Calibri"/>
              </a:rPr>
              <a:t>Rank</a:t>
            </a:r>
            <a:r>
              <a:rPr sz="1800" spc="-9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r</a:t>
            </a:r>
            <a:r>
              <a:rPr sz="18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100" dirty="0">
                <a:latin typeface="Aptos" panose="020B0004020202020204" pitchFamily="34" charset="0"/>
                <a:cs typeface="Calibri"/>
              </a:rPr>
              <a:t>is</a:t>
            </a:r>
            <a:r>
              <a:rPr sz="18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65" dirty="0">
                <a:latin typeface="Aptos" panose="020B0004020202020204" pitchFamily="34" charset="0"/>
                <a:cs typeface="Calibri"/>
              </a:rPr>
              <a:t>small </a:t>
            </a:r>
            <a:r>
              <a:rPr sz="1800" spc="40" dirty="0">
                <a:latin typeface="Aptos" panose="020B0004020202020204" pitchFamily="34" charset="0"/>
                <a:cs typeface="Calibri"/>
              </a:rPr>
              <a:t>dimension.</a:t>
            </a:r>
            <a:endParaRPr sz="1800">
              <a:latin typeface="Aptos" panose="020B0004020202020204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ptos" panose="020B0004020202020204" pitchFamily="34" charset="0"/>
                <a:cs typeface="Calibri"/>
              </a:rPr>
              <a:t>Typically,</a:t>
            </a:r>
            <a:r>
              <a:rPr sz="1800" spc="4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55" dirty="0">
                <a:latin typeface="Aptos" panose="020B0004020202020204" pitchFamily="34" charset="0"/>
                <a:cs typeface="Calibri"/>
              </a:rPr>
              <a:t>4,</a:t>
            </a:r>
            <a:r>
              <a:rPr sz="1800" spc="45" dirty="0">
                <a:latin typeface="Aptos" panose="020B0004020202020204" pitchFamily="34" charset="0"/>
                <a:cs typeface="Calibri"/>
              </a:rPr>
              <a:t> </a:t>
            </a:r>
            <a:r>
              <a:rPr sz="1800" dirty="0">
                <a:latin typeface="Aptos" panose="020B0004020202020204" pitchFamily="34" charset="0"/>
                <a:cs typeface="Calibri"/>
              </a:rPr>
              <a:t>8</a:t>
            </a:r>
            <a:r>
              <a:rPr sz="18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65" dirty="0">
                <a:latin typeface="Aptos" panose="020B0004020202020204" pitchFamily="34" charset="0"/>
                <a:cs typeface="Calibri"/>
              </a:rPr>
              <a:t>...</a:t>
            </a:r>
            <a:r>
              <a:rPr sz="1800" spc="45" dirty="0">
                <a:latin typeface="Aptos" panose="020B0004020202020204" pitchFamily="34" charset="0"/>
                <a:cs typeface="Calibri"/>
              </a:rPr>
              <a:t> </a:t>
            </a:r>
            <a:r>
              <a:rPr sz="1800" spc="-25" dirty="0">
                <a:latin typeface="Aptos" panose="020B0004020202020204" pitchFamily="34" charset="0"/>
                <a:cs typeface="Calibri"/>
              </a:rPr>
              <a:t>64</a:t>
            </a:r>
            <a:endParaRPr sz="180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62" y="353721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LoRA:</a:t>
            </a:r>
            <a:r>
              <a:rPr sz="3600" b="1" spc="-8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Low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dirty="0">
                <a:solidFill>
                  <a:srgbClr val="3371A5"/>
                </a:solidFill>
                <a:latin typeface="Aptos" panose="020B0004020202020204" pitchFamily="34" charset="0"/>
              </a:rPr>
              <a:t>Rank</a:t>
            </a:r>
            <a:r>
              <a:rPr sz="3600" b="1" spc="-13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60" dirty="0">
                <a:solidFill>
                  <a:srgbClr val="3371A5"/>
                </a:solidFill>
                <a:latin typeface="Aptos" panose="020B0004020202020204" pitchFamily="34" charset="0"/>
              </a:rPr>
              <a:t>Adaption</a:t>
            </a:r>
            <a:r>
              <a:rPr sz="3600" b="1" spc="-10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90" dirty="0">
                <a:solidFill>
                  <a:srgbClr val="3371A5"/>
                </a:solidFill>
                <a:latin typeface="Aptos" panose="020B0004020202020204" pitchFamily="34" charset="0"/>
              </a:rPr>
              <a:t>of </a:t>
            </a:r>
            <a:r>
              <a:rPr sz="3600" b="1" spc="100" dirty="0">
                <a:solidFill>
                  <a:srgbClr val="3371A5"/>
                </a:solidFill>
                <a:latin typeface="Aptos" panose="020B0004020202020204" pitchFamily="34" charset="0"/>
              </a:rPr>
              <a:t>LLMs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4" y="1775523"/>
            <a:ext cx="5611813" cy="300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5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1:</a:t>
            </a:r>
            <a:r>
              <a:rPr sz="185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Freeze</a:t>
            </a:r>
            <a:r>
              <a:rPr sz="1850" spc="10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90" dirty="0">
                <a:latin typeface="Aptos" panose="020B0004020202020204" pitchFamily="34" charset="0"/>
                <a:cs typeface="Calibri"/>
              </a:rPr>
              <a:t>most</a:t>
            </a:r>
            <a:r>
              <a:rPr sz="1850" spc="2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weights</a:t>
            </a:r>
            <a:r>
              <a:rPr sz="1850" spc="10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-25" dirty="0">
                <a:latin typeface="Aptos" panose="020B0004020202020204" pitchFamily="34" charset="0"/>
                <a:cs typeface="Calibri"/>
              </a:rPr>
              <a:t>the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1975802"/>
            <a:ext cx="4147820" cy="52133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ct val="74400"/>
              </a:lnSpc>
              <a:spcBef>
                <a:spcPts val="695"/>
              </a:spcBef>
            </a:pPr>
            <a:r>
              <a:rPr lang="en-IN" sz="1850" spc="70" dirty="0">
                <a:latin typeface="Aptos" panose="020B0004020202020204" pitchFamily="34" charset="0"/>
                <a:cs typeface="Calibri"/>
              </a:rPr>
              <a:t>LLM.</a:t>
            </a:r>
            <a:r>
              <a:rPr lang="en-IN" sz="1850" spc="120" dirty="0">
                <a:latin typeface="Aptos" panose="020B0004020202020204" pitchFamily="34" charset="0"/>
                <a:cs typeface="Calibri"/>
              </a:rPr>
              <a:t> </a:t>
            </a:r>
            <a:r>
              <a:rPr lang="en-IN" sz="1850" spc="55" dirty="0">
                <a:latin typeface="Aptos" panose="020B0004020202020204" pitchFamily="34" charset="0"/>
                <a:cs typeface="Calibri"/>
              </a:rPr>
              <a:t>F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or</a:t>
            </a:r>
            <a:r>
              <a:rPr sz="1850" spc="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example,</a:t>
            </a:r>
            <a:r>
              <a:rPr sz="1850" spc="3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12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attention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45" dirty="0">
                <a:latin typeface="Aptos" panose="020B0004020202020204" pitchFamily="34" charset="0"/>
                <a:cs typeface="Calibri"/>
              </a:rPr>
              <a:t>weights </a:t>
            </a:r>
            <a:r>
              <a:rPr sz="1850" spc="95" dirty="0">
                <a:latin typeface="Aptos" panose="020B0004020202020204" pitchFamily="34" charset="0"/>
                <a:cs typeface="Calibri"/>
              </a:rPr>
              <a:t>and</a:t>
            </a:r>
            <a:r>
              <a:rPr sz="1850" spc="-1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6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170" dirty="0">
                <a:latin typeface="Aptos" panose="020B0004020202020204" pitchFamily="34" charset="0"/>
                <a:cs typeface="Calibri"/>
              </a:rPr>
              <a:t>FCN</a:t>
            </a:r>
            <a:r>
              <a:rPr sz="1850" spc="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45" dirty="0">
                <a:latin typeface="Aptos" panose="020B0004020202020204" pitchFamily="34" charset="0"/>
                <a:cs typeface="Calibri"/>
              </a:rPr>
              <a:t>weights.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75" y="2509837"/>
            <a:ext cx="4131945" cy="5854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8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2:</a:t>
            </a:r>
            <a:r>
              <a:rPr sz="1850" spc="-2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introduce</a:t>
            </a:r>
            <a:r>
              <a:rPr sz="1850" spc="-1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2</a:t>
            </a:r>
            <a:r>
              <a:rPr sz="1850" spc="5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rank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 decomposition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6494" y="2510089"/>
            <a:ext cx="1009650" cy="5854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70" dirty="0">
                <a:latin typeface="Aptos" panose="020B0004020202020204" pitchFamily="34" charset="0"/>
                <a:cs typeface="Calibri"/>
              </a:rPr>
              <a:t>matrices.</a:t>
            </a:r>
            <a:endParaRPr sz="18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575" y="3043872"/>
            <a:ext cx="4051300" cy="51809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marR="5080">
              <a:lnSpc>
                <a:spcPct val="71100"/>
              </a:lnSpc>
              <a:spcBef>
                <a:spcPts val="770"/>
              </a:spcBef>
            </a:pPr>
            <a:r>
              <a:rPr sz="1850" spc="85" dirty="0">
                <a:latin typeface="Aptos" panose="020B0004020202020204" pitchFamily="34" charset="0"/>
                <a:cs typeface="Calibri"/>
              </a:rPr>
              <a:t>Step-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3:</a:t>
            </a:r>
            <a:r>
              <a:rPr sz="185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Train</a:t>
            </a:r>
            <a:r>
              <a:rPr sz="1850" spc="1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55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-20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60" dirty="0">
                <a:latin typeface="Aptos" panose="020B0004020202020204" pitchFamily="34" charset="0"/>
                <a:cs typeface="Calibri"/>
              </a:rPr>
              <a:t>weights</a:t>
            </a:r>
            <a:r>
              <a:rPr sz="1850" spc="-2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of</a:t>
            </a:r>
            <a:r>
              <a:rPr sz="1850" spc="30" dirty="0">
                <a:latin typeface="Aptos" panose="020B0004020202020204" pitchFamily="34" charset="0"/>
                <a:cs typeface="Calibri"/>
              </a:rPr>
              <a:t> </a:t>
            </a:r>
            <a:r>
              <a:rPr sz="1850" dirty="0">
                <a:latin typeface="Aptos" panose="020B0004020202020204" pitchFamily="34" charset="0"/>
                <a:cs typeface="Calibri"/>
              </a:rPr>
              <a:t>the</a:t>
            </a:r>
            <a:r>
              <a:rPr sz="1850" spc="65" dirty="0">
                <a:latin typeface="Aptos" panose="020B0004020202020204" pitchFamily="34" charset="0"/>
                <a:cs typeface="Calibri"/>
              </a:rPr>
              <a:t> </a:t>
            </a:r>
            <a:r>
              <a:rPr sz="1850" spc="75" dirty="0">
                <a:latin typeface="Aptos" panose="020B0004020202020204" pitchFamily="34" charset="0"/>
                <a:cs typeface="Calibri"/>
              </a:rPr>
              <a:t>smaller </a:t>
            </a:r>
            <a:r>
              <a:rPr sz="1850" spc="70" dirty="0">
                <a:latin typeface="Aptos" panose="020B0004020202020204" pitchFamily="34" charset="0"/>
                <a:cs typeface="Calibri"/>
              </a:rPr>
              <a:t>matrices</a:t>
            </a:r>
            <a:endParaRPr sz="1850">
              <a:latin typeface="Aptos" panose="020B0004020202020204" pitchFamily="34" charset="0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304" y="3929610"/>
            <a:ext cx="4219219" cy="20486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7650" y="1751681"/>
            <a:ext cx="4871680" cy="434809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08" y="536776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0"/>
              </a:spcBef>
            </a:pPr>
            <a:r>
              <a:rPr lang="en-IN" sz="3600" b="1" spc="50" dirty="0">
                <a:solidFill>
                  <a:srgbClr val="3371A5"/>
                </a:solidFill>
                <a:latin typeface="Aptos" panose="020B0004020202020204" pitchFamily="34" charset="0"/>
              </a:rPr>
              <a:t>Lora:</a:t>
            </a:r>
            <a:r>
              <a:rPr lang="en-IN" sz="3600" b="1" spc="-14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IN" sz="3600" b="1" spc="-75" dirty="0">
                <a:solidFill>
                  <a:srgbClr val="3371A5"/>
                </a:solidFill>
                <a:latin typeface="Aptos" panose="020B0004020202020204" pitchFamily="34" charset="0"/>
              </a:rPr>
              <a:t>Parameter</a:t>
            </a:r>
            <a:r>
              <a:rPr lang="en-IN" sz="3600" b="1" spc="-21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IN" sz="3600" b="1" spc="-55" dirty="0">
                <a:solidFill>
                  <a:srgbClr val="3371A5"/>
                </a:solidFill>
                <a:latin typeface="Aptos" panose="020B0004020202020204" pitchFamily="34" charset="0"/>
              </a:rPr>
              <a:t>Reduction</a:t>
            </a:r>
            <a:r>
              <a:rPr lang="en-IN" sz="3600" b="1" spc="-16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IN" sz="3600" b="1" spc="-10" dirty="0">
                <a:solidFill>
                  <a:srgbClr val="3371A5"/>
                </a:solidFill>
                <a:latin typeface="Aptos" panose="020B0004020202020204" pitchFamily="34" charset="0"/>
              </a:rPr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47723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>
              <a:lnSpc>
                <a:spcPts val="308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pc="80" dirty="0">
                <a:latin typeface="Aptos" panose="020B0004020202020204" pitchFamily="34" charset="0"/>
              </a:rPr>
              <a:t>Query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50" dirty="0">
                <a:latin typeface="Aptos" panose="020B0004020202020204" pitchFamily="34" charset="0"/>
              </a:rPr>
              <a:t>matrix</a:t>
            </a:r>
            <a:r>
              <a:rPr spc="-2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from</a:t>
            </a:r>
            <a:r>
              <a:rPr spc="35" dirty="0">
                <a:latin typeface="Aptos" panose="020B0004020202020204" pitchFamily="34" charset="0"/>
              </a:rPr>
              <a:t> </a:t>
            </a:r>
            <a:r>
              <a:rPr spc="125" dirty="0">
                <a:latin typeface="Aptos" panose="020B0004020202020204" pitchFamily="34" charset="0"/>
              </a:rPr>
              <a:t>BERT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160" dirty="0">
                <a:latin typeface="Aptos" panose="020B0004020202020204" pitchFamily="34" charset="0"/>
              </a:rPr>
              <a:t>second</a:t>
            </a:r>
            <a:r>
              <a:rPr spc="25" dirty="0">
                <a:latin typeface="Aptos" panose="020B0004020202020204" pitchFamily="34" charset="0"/>
              </a:rPr>
              <a:t> </a:t>
            </a:r>
            <a:r>
              <a:rPr spc="100" dirty="0">
                <a:latin typeface="Aptos" panose="020B0004020202020204" pitchFamily="34" charset="0"/>
              </a:rPr>
              <a:t>encoder</a:t>
            </a:r>
            <a:r>
              <a:rPr spc="-20" dirty="0">
                <a:latin typeface="Aptos" panose="020B0004020202020204" pitchFamily="34" charset="0"/>
              </a:rPr>
              <a:t> </a:t>
            </a:r>
            <a:r>
              <a:rPr spc="60" dirty="0">
                <a:latin typeface="Aptos" panose="020B0004020202020204" pitchFamily="34" charset="0"/>
              </a:rPr>
              <a:t>layer</a:t>
            </a:r>
            <a:r>
              <a:rPr spc="-25" dirty="0">
                <a:latin typeface="Aptos" panose="020B0004020202020204" pitchFamily="34" charset="0"/>
              </a:rPr>
              <a:t> </a:t>
            </a:r>
            <a:r>
              <a:rPr spc="160" dirty="0">
                <a:latin typeface="Aptos" panose="020B0004020202020204" pitchFamily="34" charset="0"/>
              </a:rPr>
              <a:t>has</a:t>
            </a:r>
            <a:r>
              <a:rPr spc="5" dirty="0">
                <a:latin typeface="Aptos" panose="020B0004020202020204" pitchFamily="34" charset="0"/>
              </a:rPr>
              <a:t> </a:t>
            </a:r>
            <a:r>
              <a:rPr spc="120" dirty="0">
                <a:latin typeface="Aptos" panose="020B0004020202020204" pitchFamily="34" charset="0"/>
              </a:rPr>
              <a:t>dimensions</a:t>
            </a:r>
            <a:r>
              <a:rPr spc="5" dirty="0">
                <a:latin typeface="Aptos" panose="020B0004020202020204" pitchFamily="34" charset="0"/>
              </a:rPr>
              <a:t> </a:t>
            </a:r>
            <a:r>
              <a:rPr spc="100" dirty="0">
                <a:latin typeface="Aptos" panose="020B0004020202020204" pitchFamily="34" charset="0"/>
              </a:rPr>
              <a:t>d</a:t>
            </a:r>
            <a:r>
              <a:rPr spc="-55" dirty="0">
                <a:latin typeface="Aptos" panose="020B0004020202020204" pitchFamily="34" charset="0"/>
              </a:rPr>
              <a:t> </a:t>
            </a:r>
            <a:r>
              <a:rPr spc="-50" dirty="0">
                <a:latin typeface="Aptos" panose="020B0004020202020204" pitchFamily="34" charset="0"/>
              </a:rPr>
              <a:t>x </a:t>
            </a:r>
            <a:r>
              <a:rPr spc="100" dirty="0">
                <a:latin typeface="Aptos" panose="020B0004020202020204" pitchFamily="34" charset="0"/>
              </a:rPr>
              <a:t>k</a:t>
            </a:r>
            <a:r>
              <a:rPr spc="-25" dirty="0">
                <a:latin typeface="Aptos" panose="020B0004020202020204" pitchFamily="34" charset="0"/>
              </a:rPr>
              <a:t> </a:t>
            </a:r>
            <a:r>
              <a:rPr spc="110" dirty="0">
                <a:latin typeface="Aptos" panose="020B0004020202020204" pitchFamily="34" charset="0"/>
              </a:rPr>
              <a:t>=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768</a:t>
            </a:r>
            <a:r>
              <a:rPr spc="-7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x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spc="65" dirty="0">
                <a:latin typeface="Aptos" panose="020B0004020202020204" pitchFamily="34" charset="0"/>
              </a:rPr>
              <a:t>768</a:t>
            </a: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1300" algn="l"/>
              </a:tabLst>
            </a:pPr>
            <a:r>
              <a:rPr spc="145" dirty="0">
                <a:latin typeface="Aptos" panose="020B0004020202020204" pitchFamily="34" charset="0"/>
              </a:rPr>
              <a:t>So,</a:t>
            </a:r>
            <a:r>
              <a:rPr spc="-55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768</a:t>
            </a:r>
            <a:r>
              <a:rPr dirty="0">
                <a:latin typeface="Aptos" panose="020B0004020202020204" pitchFamily="34" charset="0"/>
              </a:rPr>
              <a:t> x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768</a:t>
            </a:r>
            <a:r>
              <a:rPr dirty="0">
                <a:latin typeface="Aptos" panose="020B0004020202020204" pitchFamily="34" charset="0"/>
              </a:rPr>
              <a:t> </a:t>
            </a:r>
            <a:r>
              <a:rPr spc="110" dirty="0">
                <a:latin typeface="Aptos" panose="020B0004020202020204" pitchFamily="34" charset="0"/>
              </a:rPr>
              <a:t>=</a:t>
            </a:r>
            <a:r>
              <a:rPr spc="-25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5,89,824</a:t>
            </a:r>
            <a:r>
              <a:rPr spc="30" dirty="0">
                <a:latin typeface="Aptos" panose="020B0004020202020204" pitchFamily="34" charset="0"/>
              </a:rPr>
              <a:t> </a:t>
            </a:r>
            <a:r>
              <a:rPr spc="60" dirty="0">
                <a:latin typeface="Aptos" panose="020B0004020202020204" pitchFamily="34" charset="0"/>
              </a:rPr>
              <a:t>trainable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80" dirty="0">
                <a:latin typeface="Aptos" panose="020B0004020202020204" pitchFamily="34" charset="0"/>
              </a:rPr>
              <a:t>parameters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spc="60" dirty="0">
                <a:latin typeface="Aptos" panose="020B0004020202020204" pitchFamily="34" charset="0"/>
              </a:rPr>
              <a:t>In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140" dirty="0">
                <a:latin typeface="Aptos" panose="020B0004020202020204" pitchFamily="34" charset="0"/>
              </a:rPr>
              <a:t>LoRA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with</a:t>
            </a:r>
            <a:r>
              <a:rPr spc="-35" dirty="0">
                <a:latin typeface="Aptos" panose="020B0004020202020204" pitchFamily="34" charset="0"/>
              </a:rPr>
              <a:t> </a:t>
            </a:r>
            <a:r>
              <a:rPr spc="60" dirty="0">
                <a:latin typeface="Aptos" panose="020B0004020202020204" pitchFamily="34" charset="0"/>
              </a:rPr>
              <a:t>rank</a:t>
            </a:r>
            <a:r>
              <a:rPr spc="-80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r</a:t>
            </a:r>
            <a:r>
              <a:rPr spc="45" dirty="0">
                <a:latin typeface="Aptos" panose="020B0004020202020204" pitchFamily="34" charset="0"/>
              </a:rPr>
              <a:t> </a:t>
            </a:r>
            <a:r>
              <a:rPr spc="95" dirty="0">
                <a:latin typeface="Aptos" panose="020B0004020202020204" pitchFamily="34" charset="0"/>
              </a:rPr>
              <a:t>=</a:t>
            </a:r>
            <a:r>
              <a:rPr spc="-65" dirty="0">
                <a:latin typeface="Aptos" panose="020B0004020202020204" pitchFamily="34" charset="0"/>
              </a:rPr>
              <a:t> </a:t>
            </a:r>
            <a:r>
              <a:rPr spc="45" dirty="0">
                <a:latin typeface="Aptos" panose="020B0004020202020204" pitchFamily="34" charset="0"/>
              </a:rPr>
              <a:t>32: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Aptos" panose="020B0004020202020204" pitchFamily="34" charset="0"/>
              </a:rPr>
              <a:t>A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spc="160" dirty="0">
                <a:latin typeface="Aptos" panose="020B0004020202020204" pitchFamily="34" charset="0"/>
              </a:rPr>
              <a:t>has</a:t>
            </a:r>
            <a:r>
              <a:rPr spc="-15" dirty="0">
                <a:latin typeface="Aptos" panose="020B0004020202020204" pitchFamily="34" charset="0"/>
              </a:rPr>
              <a:t> </a:t>
            </a:r>
            <a:r>
              <a:rPr spc="120" dirty="0">
                <a:latin typeface="Aptos" panose="020B0004020202020204" pitchFamily="34" charset="0"/>
              </a:rPr>
              <a:t>dimensions</a:t>
            </a:r>
            <a:r>
              <a:rPr spc="-1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r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x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spc="100" dirty="0">
                <a:latin typeface="Aptos" panose="020B0004020202020204" pitchFamily="34" charset="0"/>
              </a:rPr>
              <a:t>k</a:t>
            </a:r>
            <a:r>
              <a:rPr spc="-15" dirty="0">
                <a:latin typeface="Aptos" panose="020B0004020202020204" pitchFamily="34" charset="0"/>
              </a:rPr>
              <a:t> </a:t>
            </a:r>
            <a:r>
              <a:rPr spc="95" dirty="0">
                <a:latin typeface="Aptos" panose="020B0004020202020204" pitchFamily="34" charset="0"/>
              </a:rPr>
              <a:t>=</a:t>
            </a:r>
            <a:r>
              <a:rPr spc="25" dirty="0">
                <a:latin typeface="Aptos" panose="020B0004020202020204" pitchFamily="34" charset="0"/>
              </a:rPr>
              <a:t> </a:t>
            </a:r>
            <a:r>
              <a:rPr spc="75" dirty="0">
                <a:latin typeface="Aptos" panose="020B0004020202020204" pitchFamily="34" charset="0"/>
              </a:rPr>
              <a:t>32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x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spc="80" dirty="0">
                <a:latin typeface="Aptos" panose="020B0004020202020204" pitchFamily="34" charset="0"/>
              </a:rPr>
              <a:t>768</a:t>
            </a:r>
            <a:r>
              <a:rPr spc="5" dirty="0">
                <a:latin typeface="Aptos" panose="020B0004020202020204" pitchFamily="34" charset="0"/>
              </a:rPr>
              <a:t> </a:t>
            </a:r>
            <a:r>
              <a:rPr spc="95" dirty="0">
                <a:latin typeface="Aptos" panose="020B0004020202020204" pitchFamily="34" charset="0"/>
              </a:rPr>
              <a:t>=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80" dirty="0">
                <a:latin typeface="Aptos" panose="020B0004020202020204" pitchFamily="34" charset="0"/>
              </a:rPr>
              <a:t>9216</a:t>
            </a:r>
            <a:r>
              <a:rPr spc="-20" dirty="0">
                <a:latin typeface="Aptos" panose="020B0004020202020204" pitchFamily="34" charset="0"/>
              </a:rPr>
              <a:t> </a:t>
            </a:r>
            <a:r>
              <a:rPr spc="75" dirty="0">
                <a:latin typeface="Aptos" panose="020B0004020202020204" pitchFamily="34" charset="0"/>
              </a:rPr>
              <a:t>parameters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1300" algn="l"/>
              </a:tabLst>
            </a:pPr>
            <a:r>
              <a:rPr spc="165" dirty="0">
                <a:latin typeface="Aptos" panose="020B0004020202020204" pitchFamily="34" charset="0"/>
              </a:rPr>
              <a:t>B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185" dirty="0">
                <a:latin typeface="Aptos" panose="020B0004020202020204" pitchFamily="34" charset="0"/>
              </a:rPr>
              <a:t>has</a:t>
            </a:r>
            <a:r>
              <a:rPr spc="-95" dirty="0">
                <a:latin typeface="Aptos" panose="020B0004020202020204" pitchFamily="34" charset="0"/>
              </a:rPr>
              <a:t> </a:t>
            </a:r>
            <a:r>
              <a:rPr spc="110" dirty="0">
                <a:latin typeface="Aptos" panose="020B0004020202020204" pitchFamily="34" charset="0"/>
              </a:rPr>
              <a:t>dimension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100" dirty="0">
                <a:latin typeface="Aptos" panose="020B0004020202020204" pitchFamily="34" charset="0"/>
              </a:rPr>
              <a:t>d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x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r</a:t>
            </a:r>
            <a:r>
              <a:rPr spc="-50" dirty="0">
                <a:latin typeface="Aptos" panose="020B0004020202020204" pitchFamily="34" charset="0"/>
              </a:rPr>
              <a:t> </a:t>
            </a:r>
            <a:r>
              <a:rPr spc="110" dirty="0">
                <a:latin typeface="Aptos" panose="020B0004020202020204" pitchFamily="34" charset="0"/>
              </a:rPr>
              <a:t>=</a:t>
            </a:r>
            <a:r>
              <a:rPr spc="20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768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x</a:t>
            </a:r>
            <a:r>
              <a:rPr spc="-45" dirty="0">
                <a:latin typeface="Aptos" panose="020B0004020202020204" pitchFamily="34" charset="0"/>
              </a:rPr>
              <a:t> </a:t>
            </a:r>
            <a:r>
              <a:rPr spc="85" dirty="0">
                <a:latin typeface="Aptos" panose="020B0004020202020204" pitchFamily="34" charset="0"/>
              </a:rPr>
              <a:t>32</a:t>
            </a:r>
            <a:r>
              <a:rPr spc="-10" dirty="0">
                <a:latin typeface="Aptos" panose="020B0004020202020204" pitchFamily="34" charset="0"/>
              </a:rPr>
              <a:t> </a:t>
            </a:r>
            <a:r>
              <a:rPr spc="110" dirty="0">
                <a:latin typeface="Aptos" panose="020B0004020202020204" pitchFamily="34" charset="0"/>
              </a:rPr>
              <a:t>=</a:t>
            </a:r>
            <a:r>
              <a:rPr spc="-75" dirty="0">
                <a:latin typeface="Aptos" panose="020B0004020202020204" pitchFamily="34" charset="0"/>
              </a:rPr>
              <a:t> </a:t>
            </a:r>
            <a:r>
              <a:rPr spc="90" dirty="0">
                <a:latin typeface="Aptos" panose="020B0004020202020204" pitchFamily="34" charset="0"/>
              </a:rPr>
              <a:t>9216</a:t>
            </a:r>
            <a:r>
              <a:rPr spc="-10" dirty="0">
                <a:latin typeface="Aptos" panose="020B0004020202020204" pitchFamily="34" charset="0"/>
              </a:rPr>
              <a:t> </a:t>
            </a:r>
            <a:r>
              <a:rPr spc="60" dirty="0">
                <a:latin typeface="Aptos" panose="020B0004020202020204" pitchFamily="34" charset="0"/>
              </a:rPr>
              <a:t>trainable</a:t>
            </a:r>
            <a:r>
              <a:rPr spc="-55" dirty="0">
                <a:latin typeface="Aptos" panose="020B0004020202020204" pitchFamily="34" charset="0"/>
              </a:rPr>
              <a:t> </a:t>
            </a:r>
            <a:r>
              <a:rPr spc="80" dirty="0">
                <a:latin typeface="Aptos" panose="020B0004020202020204" pitchFamily="34" charset="0"/>
              </a:rPr>
              <a:t>parameters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pc="170" dirty="0">
                <a:latin typeface="Aptos" panose="020B0004020202020204" pitchFamily="34" charset="0"/>
              </a:rPr>
              <a:t>92%</a:t>
            </a:r>
            <a:r>
              <a:rPr spc="20" dirty="0">
                <a:latin typeface="Aptos" panose="020B0004020202020204" pitchFamily="34" charset="0"/>
              </a:rPr>
              <a:t> </a:t>
            </a:r>
            <a:r>
              <a:rPr spc="70" dirty="0">
                <a:latin typeface="Aptos" panose="020B0004020202020204" pitchFamily="34" charset="0"/>
              </a:rPr>
              <a:t>reduction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55" dirty="0">
                <a:latin typeface="Aptos" panose="020B0004020202020204" pitchFamily="34" charset="0"/>
              </a:rPr>
              <a:t>in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85" dirty="0">
                <a:latin typeface="Aptos" panose="020B0004020202020204" pitchFamily="34" charset="0"/>
              </a:rPr>
              <a:t>parameters</a:t>
            </a:r>
            <a:r>
              <a:rPr spc="-5" dirty="0">
                <a:latin typeface="Aptos" panose="020B0004020202020204" pitchFamily="34" charset="0"/>
              </a:rPr>
              <a:t> </a:t>
            </a:r>
            <a:r>
              <a:rPr dirty="0">
                <a:latin typeface="Aptos" panose="020B0004020202020204" pitchFamily="34" charset="0"/>
              </a:rPr>
              <a:t>to</a:t>
            </a:r>
            <a:r>
              <a:rPr spc="-40" dirty="0">
                <a:latin typeface="Aptos" panose="020B0004020202020204" pitchFamily="34" charset="0"/>
              </a:rPr>
              <a:t> </a:t>
            </a:r>
            <a:r>
              <a:rPr spc="-10" dirty="0">
                <a:latin typeface="Aptos" panose="020B0004020202020204" pitchFamily="34" charset="0"/>
              </a:rPr>
              <a:t>train!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st of Open Sourced Fine-Tuned Large Language Models (LLM) | by Sung Kim |  Medium">
            <a:extLst>
              <a:ext uri="{FF2B5EF4-FFF2-40B4-BE49-F238E27FC236}">
                <a16:creationId xmlns:a16="http://schemas.microsoft.com/office/drawing/2014/main" id="{5D386783-03BD-5125-3F53-90F27D3FB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967" y="1142048"/>
            <a:ext cx="9458325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150B13-EBDE-DA83-B612-15819A3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Sample Fine-Tuned (Open Sourced) Models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59CE0-EA5B-EAB1-8BD0-E60E2084A521}"/>
              </a:ext>
            </a:extLst>
          </p:cNvPr>
          <p:cNvSpPr txBox="1"/>
          <p:nvPr/>
        </p:nvSpPr>
        <p:spPr>
          <a:xfrm>
            <a:off x="0" y="629507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https://sungkim11.medium.com/list-of-open-sourced-fine-tuned-large-language-models-llm-8d95a2e0dc76</a:t>
            </a:r>
          </a:p>
        </p:txBody>
      </p:sp>
    </p:spTree>
    <p:extLst>
      <p:ext uri="{BB962C8B-B14F-4D97-AF65-F5344CB8AC3E}">
        <p14:creationId xmlns:p14="http://schemas.microsoft.com/office/powerpoint/2010/main" val="1209015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84604-0476-9125-8FE1-F5CC8D94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Neural Scaling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51916-3743-0C91-1DF1-AD7E11DAA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03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CFE4-D8BC-6DE7-13B0-C003EE76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Neural Scaling Laws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64CAD8-8D91-CF7C-63E9-022EB88446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4941"/>
            <a:ext cx="10515600" cy="317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2913AE-D3E8-6316-F282-FFCF1CD06CB9}"/>
              </a:ext>
            </a:extLst>
          </p:cNvPr>
          <p:cNvSpPr txBox="1"/>
          <p:nvPr/>
        </p:nvSpPr>
        <p:spPr>
          <a:xfrm>
            <a:off x="0" y="612723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https://www.youtube.com/watch?v=5eqRuVp65eY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8984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97D52D-050C-D7D4-3E14-DA82AAEB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23"/>
            <a:ext cx="6347460" cy="861457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rgbClr val="0070C0"/>
                </a:solidFill>
              </a:rPr>
              <a:t>Pruning LLMs</a:t>
            </a:r>
            <a:endParaRPr lang="en-US" sz="6000" b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LLM Series 09: LLM Pruning and Distillation | by Yashwanth S ...">
            <a:extLst>
              <a:ext uri="{FF2B5EF4-FFF2-40B4-BE49-F238E27FC236}">
                <a16:creationId xmlns:a16="http://schemas.microsoft.com/office/drawing/2014/main" id="{0EE726A5-017D-786C-0B42-3531C910F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8795"/>
            <a:ext cx="56197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B8F57-6232-59B7-34B3-30A4863B4FEA}"/>
              </a:ext>
            </a:extLst>
          </p:cNvPr>
          <p:cNvSpPr txBox="1"/>
          <p:nvPr/>
        </p:nvSpPr>
        <p:spPr>
          <a:xfrm>
            <a:off x="5745480" y="535900"/>
            <a:ext cx="634746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A0A0A"/>
                </a:solidFill>
                <a:effectLst/>
                <a:latin typeface="Google Sans"/>
              </a:rPr>
              <a:t>LLM pruning </a:t>
            </a:r>
            <a:r>
              <a:rPr lang="en-US" sz="2200" dirty="0"/>
              <a:t>reduces the size &amp; compute cost by removing redundant or less important parameters - weights, neurons, or layers</a:t>
            </a:r>
            <a:r>
              <a:rPr lang="en-US" sz="2200" b="0" i="0" dirty="0">
                <a:solidFill>
                  <a:srgbClr val="0A0A0A"/>
                </a:solidFill>
                <a:effectLst/>
                <a:latin typeface="Google Sans"/>
              </a:rPr>
              <a:t>.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A0A0A"/>
                </a:solidFill>
                <a:effectLst/>
                <a:latin typeface="Google Sans"/>
              </a:rPr>
              <a:t>It boosts inference speed, lowers memory consumption, and makes models more efficient for deployment. </a:t>
            </a:r>
            <a:endParaRPr lang="en-US" sz="2200" dirty="0">
              <a:solidFill>
                <a:srgbClr val="0A0A0A"/>
              </a:solidFill>
              <a:latin typeface="Google Sans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A0A0A"/>
                </a:solidFill>
                <a:latin typeface="Google Sans"/>
              </a:rPr>
              <a:t>Structured pruning removes structural components (neurons, channels, layers). Useful for edge deployment.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A0A0A"/>
                </a:solidFill>
                <a:latin typeface="Google Sans"/>
              </a:rPr>
              <a:t>Unstructured pruning removes individual, non-essential weights, creating sparse matrices. Often requires specialized hardware for acceleration.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A0A0A"/>
                </a:solidFill>
                <a:latin typeface="Google Sans"/>
              </a:rPr>
              <a:t>Depth pruning removes complete transformer layers, often at the middle or end, while width pruning narrows the hidden layers.</a:t>
            </a:r>
          </a:p>
        </p:txBody>
      </p:sp>
    </p:spTree>
    <p:extLst>
      <p:ext uri="{BB962C8B-B14F-4D97-AF65-F5344CB8AC3E}">
        <p14:creationId xmlns:p14="http://schemas.microsoft.com/office/powerpoint/2010/main" val="297820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844224-94C8-27C3-A585-B3A6D1EF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3371A5"/>
                </a:solidFill>
                <a:latin typeface="Aptos" panose="020B0004020202020204" pitchFamily="34" charset="0"/>
              </a:rPr>
              <a:t>Quantization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E48E8-23D2-BFD0-CF55-6F5B8B017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" name="Graphic 1" descr="Line arrow Straight">
            <a:extLst>
              <a:ext uri="{FF2B5EF4-FFF2-40B4-BE49-F238E27FC236}">
                <a16:creationId xmlns:a16="http://schemas.microsoft.com/office/drawing/2014/main" id="{1858A424-AE7B-ECE0-5E3F-D7CFB2080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153652" y="5164141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41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CB1DA7-B85A-D2FE-248A-1FE310222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95" y="1222317"/>
            <a:ext cx="11858105" cy="54175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Most LLMs have billions of parameters → slow, memory-hungry.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Inference cost is high, especially for cloud and edge deployment.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Memory constraints limit fine-tuning on smaller GPUs.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Latency can be a bottleneck for real-time applications.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Solution: Compress the model without sacrificing much performance.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4AFED-6E22-EDBB-EA1F-1DE99765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95" y="218151"/>
            <a:ext cx="10515600" cy="737697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>
                <a:solidFill>
                  <a:srgbClr val="3371A5"/>
                </a:solidFill>
                <a:latin typeface="Aptos" panose="020B0004020202020204" pitchFamily="34" charset="0"/>
              </a:rPr>
              <a:t>Model Size Reduction</a:t>
            </a:r>
            <a:endParaRPr lang="en-IN" sz="4800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34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DA89-052C-04D2-2263-0DA930D1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5565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Smaller LLMs: Quantization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7CCFF-E958-D9CC-E807-5DDCA244F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8" y="1631374"/>
            <a:ext cx="6801799" cy="229584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F3F721-36CA-FE3A-6BDA-9B1C3900B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36266"/>
              </p:ext>
            </p:extLst>
          </p:nvPr>
        </p:nvGraphicFramePr>
        <p:xfrm>
          <a:off x="838200" y="4115752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663410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6209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40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Original float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86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Quantized 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285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Floating-point step size between quantized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910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zero_point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 that maps float zero to a quantized value (usually in int range)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0216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0C656FF-8F94-261C-FB97-D061348C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69" y="1575485"/>
            <a:ext cx="5069383" cy="233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04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C06C3-0533-14CC-41F7-76E1F5CC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506" y="1213427"/>
            <a:ext cx="11228244" cy="244730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latin typeface="Aptos" panose="020B0004020202020204" pitchFamily="34" charset="0"/>
              </a:rPr>
              <a:t>Quantization helps reduce the memory footprint of a model by storing numbers in 8-bit or 4-bit format instead of 32-bit floats. </a:t>
            </a:r>
          </a:p>
          <a:p>
            <a:pPr marL="114300" indent="0">
              <a:buNone/>
            </a:pPr>
            <a:endParaRPr lang="en-US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r>
              <a:rPr lang="en-US" sz="2400" dirty="0">
                <a:latin typeface="Aptos" panose="020B0004020202020204" pitchFamily="34" charset="0"/>
              </a:rPr>
              <a:t>For example, a 7B parameter model at FP32 takes ~28 GB; INT4 brings it down to ~3.5–4 GB. The tradeoff is slightly lower accuracy, but often acceptable.</a:t>
            </a:r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D9FA4D-F2BA-2930-1C2A-94874D02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06" y="564543"/>
            <a:ext cx="10515600" cy="737697"/>
          </a:xfrm>
        </p:spPr>
        <p:txBody>
          <a:bodyPr/>
          <a:lstStyle/>
          <a:p>
            <a:r>
              <a:rPr lang="en-US" b="1" dirty="0">
                <a:solidFill>
                  <a:srgbClr val="3371A5"/>
                </a:solidFill>
                <a:latin typeface="Aptos" panose="020B0004020202020204" pitchFamily="34" charset="0"/>
              </a:rPr>
              <a:t>Quantization</a:t>
            </a:r>
            <a:endParaRPr lang="en-IN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7EA45AE-47E4-B099-19FB-A5CC6CEBF8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3660733"/>
            <a:ext cx="8839199" cy="269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37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710" y="170815"/>
            <a:ext cx="10515600" cy="1325563"/>
          </a:xfrm>
        </p:spPr>
        <p:txBody>
          <a:bodyPr vert="horz" lIns="0" tIns="16933" rIns="0" bIns="0" rtlCol="0" anchor="ctr">
            <a:normAutofit/>
          </a:bodyPr>
          <a:lstStyle/>
          <a:p>
            <a:pPr marL="16933">
              <a:spcBef>
                <a:spcPts val="133"/>
              </a:spcBef>
            </a:pP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Model</a:t>
            </a:r>
            <a:r>
              <a:rPr lang="en-US" sz="3600" b="1" spc="-4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size vs Quantization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41282"/>
              </p:ext>
            </p:extLst>
          </p:nvPr>
        </p:nvGraphicFramePr>
        <p:xfrm>
          <a:off x="346710" y="1623060"/>
          <a:ext cx="11666219" cy="4869180"/>
        </p:xfrm>
        <a:graphic>
          <a:graphicData uri="http://schemas.openxmlformats.org/drawingml/2006/table">
            <a:tbl>
              <a:tblPr firstRow="1" bandRow="1">
                <a:noFill/>
                <a:tableStyleId>{2D5ABB26-0587-4C30-8999-92F81FD0307C}</a:tableStyleId>
              </a:tblPr>
              <a:tblGrid>
                <a:gridCol w="2874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9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563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3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16-</a:t>
                      </a:r>
                      <a:r>
                        <a:rPr sz="3200" b="1" spc="-25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bit </a:t>
                      </a:r>
                      <a:r>
                        <a:rPr sz="3200" b="1" spc="-1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32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8-</a:t>
                      </a:r>
                      <a:r>
                        <a:rPr sz="3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bit</a:t>
                      </a:r>
                      <a:r>
                        <a:rPr sz="3200" b="1" spc="-2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2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3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32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4-</a:t>
                      </a:r>
                      <a:r>
                        <a:rPr sz="3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bit</a:t>
                      </a:r>
                      <a:r>
                        <a:rPr sz="3200" b="1" spc="-2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2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3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2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LLaMA-</a:t>
                      </a:r>
                      <a:r>
                        <a:rPr sz="2000" b="1" spc="-3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7B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14</a:t>
                      </a:r>
                      <a:r>
                        <a:rPr sz="2000" spc="-1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2000" spc="-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3.5</a:t>
                      </a:r>
                      <a:r>
                        <a:rPr sz="2000" spc="-4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2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LLaMA-</a:t>
                      </a:r>
                      <a:r>
                        <a:rPr sz="2000" b="1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13B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26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13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6.5</a:t>
                      </a:r>
                      <a:r>
                        <a:rPr sz="2000" spc="-4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2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LLaMA-</a:t>
                      </a:r>
                      <a:r>
                        <a:rPr sz="2000" b="1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30B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60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2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LLaMA-</a:t>
                      </a:r>
                      <a:r>
                        <a:rPr sz="2000" b="1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70B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140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70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35</a:t>
                      </a:r>
                      <a:r>
                        <a:rPr sz="2000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2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b="1" spc="-1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GP3-</a:t>
                      </a:r>
                      <a:r>
                        <a:rPr sz="2000" b="1" spc="-2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175B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350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175</a:t>
                      </a:r>
                      <a:r>
                        <a:rPr sz="2000" spc="-25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GB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87.5</a:t>
                      </a:r>
                      <a:r>
                        <a:rPr sz="2000" spc="-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245480" marR="184110" marT="122740" marB="1227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94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87519" y="1310582"/>
            <a:ext cx="10796761" cy="3627178"/>
          </a:xfrm>
        </p:spPr>
        <p:txBody>
          <a:bodyPr vert="horz" wrap="square" lIns="0" tIns="220133" rIns="0" bIns="0" rtlCol="0" anchor="t">
            <a:normAutofit/>
          </a:bodyPr>
          <a:lstStyle/>
          <a:p>
            <a:pPr indent="-457200">
              <a:spcBef>
                <a:spcPts val="1733"/>
              </a:spcBef>
              <a:buFont typeface="Wingdings" panose="05000000000000000000" pitchFamily="2" charset="2"/>
              <a:buChar char="§"/>
            </a:pPr>
            <a:r>
              <a:rPr sz="3200" spc="147" dirty="0">
                <a:latin typeface="Aptos" panose="020B0004020202020204" pitchFamily="34" charset="0"/>
              </a:rPr>
              <a:t>At</a:t>
            </a:r>
            <a:r>
              <a:rPr sz="3200" spc="-272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the</a:t>
            </a:r>
            <a:r>
              <a:rPr sz="3200" spc="-267" dirty="0">
                <a:latin typeface="Aptos" panose="020B0004020202020204" pitchFamily="34" charset="0"/>
              </a:rPr>
              <a:t> </a:t>
            </a:r>
            <a:r>
              <a:rPr sz="3200" spc="-40" dirty="0">
                <a:latin typeface="Aptos" panose="020B0004020202020204" pitchFamily="34" charset="0"/>
              </a:rPr>
              <a:t>moment,</a:t>
            </a:r>
            <a:r>
              <a:rPr sz="3200" spc="-272" dirty="0">
                <a:latin typeface="Aptos" panose="020B0004020202020204" pitchFamily="34" charset="0"/>
              </a:rPr>
              <a:t> </a:t>
            </a:r>
            <a:r>
              <a:rPr sz="3200" spc="-27" dirty="0">
                <a:latin typeface="Aptos" panose="020B0004020202020204" pitchFamily="34" charset="0"/>
              </a:rPr>
              <a:t>YES!</a:t>
            </a:r>
            <a:endParaRPr lang="en-IN" sz="3200" spc="-27" dirty="0">
              <a:latin typeface="Aptos" panose="020B0004020202020204" pitchFamily="34" charset="0"/>
            </a:endParaRPr>
          </a:p>
          <a:p>
            <a:pPr indent="-457200">
              <a:spcBef>
                <a:spcPts val="1600"/>
              </a:spcBef>
              <a:buFont typeface="Wingdings" panose="05000000000000000000" pitchFamily="2" charset="2"/>
              <a:buChar char="§"/>
            </a:pPr>
            <a:r>
              <a:rPr sz="3200" dirty="0">
                <a:latin typeface="Aptos" panose="020B0004020202020204" pitchFamily="34" charset="0"/>
              </a:rPr>
              <a:t>4x-8x</a:t>
            </a:r>
            <a:r>
              <a:rPr sz="3200" spc="-127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reduction</a:t>
            </a:r>
            <a:r>
              <a:rPr sz="3200" spc="-127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in</a:t>
            </a:r>
            <a:r>
              <a:rPr sz="3200" spc="-120" dirty="0">
                <a:latin typeface="Aptos" panose="020B0004020202020204" pitchFamily="34" charset="0"/>
              </a:rPr>
              <a:t> </a:t>
            </a:r>
            <a:r>
              <a:rPr sz="3200" spc="173" dirty="0">
                <a:latin typeface="Aptos" panose="020B0004020202020204" pitchFamily="34" charset="0"/>
              </a:rPr>
              <a:t>RAM</a:t>
            </a:r>
            <a:endParaRPr lang="en-IN" sz="3200" spc="173" dirty="0">
              <a:latin typeface="Aptos" panose="020B0004020202020204" pitchFamily="34" charset="0"/>
            </a:endParaRPr>
          </a:p>
          <a:p>
            <a:pPr marR="6773" indent="-457200">
              <a:buFont typeface="Wingdings" panose="05000000000000000000" pitchFamily="2" charset="2"/>
              <a:buChar char="§"/>
            </a:pPr>
            <a:r>
              <a:rPr sz="3200" dirty="0">
                <a:latin typeface="Aptos" panose="020B0004020202020204" pitchFamily="34" charset="0"/>
              </a:rPr>
              <a:t>Certain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implementations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spc="-33" dirty="0">
                <a:latin typeface="Aptos" panose="020B0004020202020204" pitchFamily="34" charset="0"/>
              </a:rPr>
              <a:t>using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integer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math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spc="-27" dirty="0">
                <a:latin typeface="Aptos" panose="020B0004020202020204" pitchFamily="34" charset="0"/>
              </a:rPr>
              <a:t>can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be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faster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by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2-3x</a:t>
            </a:r>
            <a:r>
              <a:rPr sz="3200" spc="-213" dirty="0">
                <a:latin typeface="Aptos" panose="020B0004020202020204" pitchFamily="34" charset="0"/>
              </a:rPr>
              <a:t> </a:t>
            </a:r>
            <a:r>
              <a:rPr sz="3200" spc="-33" dirty="0">
                <a:latin typeface="Aptos" panose="020B0004020202020204" pitchFamily="34" charset="0"/>
              </a:rPr>
              <a:t>on </a:t>
            </a:r>
            <a:r>
              <a:rPr sz="3200" dirty="0">
                <a:latin typeface="Aptos" panose="020B0004020202020204" pitchFamily="34" charset="0"/>
              </a:rPr>
              <a:t>most</a:t>
            </a:r>
            <a:r>
              <a:rPr sz="3200" spc="-320" dirty="0">
                <a:latin typeface="Aptos" panose="020B0004020202020204" pitchFamily="34" charset="0"/>
              </a:rPr>
              <a:t> </a:t>
            </a:r>
            <a:r>
              <a:rPr sz="3200" spc="-13" dirty="0">
                <a:latin typeface="Aptos" panose="020B0004020202020204" pitchFamily="34" charset="0"/>
              </a:rPr>
              <a:t>accelerators</a:t>
            </a:r>
            <a:endParaRPr lang="en-IN" sz="3200" spc="-13" dirty="0">
              <a:latin typeface="Aptos" panose="020B0004020202020204" pitchFamily="34" charset="0"/>
            </a:endParaRPr>
          </a:p>
          <a:p>
            <a:pPr indent="-457200">
              <a:spcBef>
                <a:spcPts val="1600"/>
              </a:spcBef>
              <a:buFont typeface="Wingdings" panose="05000000000000000000" pitchFamily="2" charset="2"/>
              <a:buChar char="§"/>
            </a:pPr>
            <a:r>
              <a:rPr sz="3200" dirty="0">
                <a:latin typeface="Aptos" panose="020B0004020202020204" pitchFamily="34" charset="0"/>
              </a:rPr>
              <a:t>Use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of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powerful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models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on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spc="113" dirty="0">
                <a:latin typeface="Aptos" panose="020B0004020202020204" pitchFamily="34" charset="0"/>
              </a:rPr>
              <a:t>EDGE</a:t>
            </a:r>
            <a:r>
              <a:rPr sz="3200" spc="-233" dirty="0">
                <a:latin typeface="Aptos" panose="020B0004020202020204" pitchFamily="34" charset="0"/>
              </a:rPr>
              <a:t> </a:t>
            </a:r>
            <a:r>
              <a:rPr sz="3200" dirty="0">
                <a:latin typeface="Aptos" panose="020B0004020202020204" pitchFamily="34" charset="0"/>
              </a:rPr>
              <a:t>devices</a:t>
            </a:r>
            <a:r>
              <a:rPr sz="3200" spc="-240" dirty="0">
                <a:latin typeface="Aptos" panose="020B0004020202020204" pitchFamily="34" charset="0"/>
              </a:rPr>
              <a:t> </a:t>
            </a:r>
            <a:r>
              <a:rPr sz="3200" spc="-13" dirty="0">
                <a:latin typeface="Aptos" panose="020B0004020202020204" pitchFamily="34" charset="0"/>
              </a:rPr>
              <a:t>possible</a:t>
            </a:r>
            <a:endParaRPr lang="en-IN" sz="3200" spc="-13" dirty="0">
              <a:latin typeface="Aptos" panose="020B0004020202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519" y="436043"/>
            <a:ext cx="10515600" cy="737697"/>
          </a:xfrm>
        </p:spPr>
        <p:txBody>
          <a:bodyPr vert="horz" lIns="0" tIns="16933" rIns="0" bIns="0" rtlCol="0" anchor="ctr">
            <a:normAutofit/>
          </a:bodyPr>
          <a:lstStyle/>
          <a:p>
            <a:pPr marL="16933">
              <a:spcBef>
                <a:spcPts val="133"/>
              </a:spcBef>
            </a:pPr>
            <a:r>
              <a:rPr lang="en-US" sz="3600" b="1" dirty="0">
                <a:solidFill>
                  <a:srgbClr val="3371A5"/>
                </a:solidFill>
              </a:rPr>
              <a:t>Is</a:t>
            </a:r>
            <a:r>
              <a:rPr lang="en-US" sz="3600" b="1" spc="-27" dirty="0">
                <a:solidFill>
                  <a:srgbClr val="3371A5"/>
                </a:solidFill>
              </a:rPr>
              <a:t> </a:t>
            </a:r>
            <a:r>
              <a:rPr lang="en-US" sz="3600" b="1" dirty="0">
                <a:solidFill>
                  <a:srgbClr val="3371A5"/>
                </a:solidFill>
              </a:rPr>
              <a:t>Quantization</a:t>
            </a:r>
            <a:r>
              <a:rPr lang="en-US" sz="3600" b="1" spc="-27" dirty="0">
                <a:solidFill>
                  <a:srgbClr val="3371A5"/>
                </a:solidFill>
              </a:rPr>
              <a:t> a </a:t>
            </a:r>
            <a:r>
              <a:rPr lang="en-US" sz="3600" b="1" spc="-13" dirty="0">
                <a:solidFill>
                  <a:srgbClr val="3371A5"/>
                </a:solidFill>
              </a:rPr>
              <a:t>no-brainer, then?</a:t>
            </a:r>
            <a:endParaRPr lang="en-US" sz="3600" b="1" dirty="0">
              <a:solidFill>
                <a:srgbClr val="3371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873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959591-30CF-4B24-FBB5-64C31DF1D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4681" y="1184852"/>
            <a:ext cx="11165379" cy="54175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QLoRA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4-bit quantized weights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for the base LLM → drastically reduces memory.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Adds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LoRA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adapters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for efficient fine-tuning → no need to update full weights.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adapters are trained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full precision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; only base model is quantized.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Enables training of models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LLaMA-7B on a single 24GB GPU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Matches or exceeds full fine-tuning performance — at a fraction of cost and resources.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0D393-7458-CDED-9214-6AC234B0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81" y="350318"/>
            <a:ext cx="10515600" cy="737697"/>
          </a:xfrm>
        </p:spPr>
        <p:txBody>
          <a:bodyPr anchor="ctr">
            <a:normAutofit/>
          </a:bodyPr>
          <a:lstStyle/>
          <a:p>
            <a:r>
              <a:rPr lang="it-IT" b="1" dirty="0">
                <a:solidFill>
                  <a:srgbClr val="3371A5"/>
                </a:solidFill>
                <a:latin typeface="Aptos" panose="020B0004020202020204" pitchFamily="34" charset="0"/>
              </a:rPr>
              <a:t>QLoRA = Quantized Model + LoRA Adapters</a:t>
            </a:r>
            <a:endParaRPr lang="en-IN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6934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570" y="259103"/>
            <a:ext cx="10515600" cy="994182"/>
          </a:xfrm>
          <a:prstGeom prst="rect">
            <a:avLst/>
          </a:prstGeom>
        </p:spPr>
        <p:txBody>
          <a:bodyPr vert="horz" wrap="square" lIns="0" tIns="435927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0"/>
              </a:spcBef>
            </a:pPr>
            <a:r>
              <a:rPr sz="3600" b="1" spc="60" dirty="0">
                <a:solidFill>
                  <a:srgbClr val="3371A5"/>
                </a:solidFill>
                <a:latin typeface="Aptos" panose="020B0004020202020204" pitchFamily="34" charset="0"/>
              </a:rPr>
              <a:t>QLoRA:</a:t>
            </a:r>
            <a:r>
              <a:rPr sz="3600" b="1" spc="-165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-35" dirty="0">
                <a:solidFill>
                  <a:srgbClr val="3371A5"/>
                </a:solidFill>
                <a:latin typeface="Aptos" panose="020B0004020202020204" pitchFamily="34" charset="0"/>
              </a:rPr>
              <a:t>Quantized</a:t>
            </a:r>
            <a:r>
              <a:rPr sz="3600" b="1" spc="-160" dirty="0">
                <a:solidFill>
                  <a:srgbClr val="3371A5"/>
                </a:solidFill>
                <a:latin typeface="Aptos" panose="020B0004020202020204" pitchFamily="34" charset="0"/>
              </a:rPr>
              <a:t> </a:t>
            </a:r>
            <a:r>
              <a:rPr sz="3600" b="1" spc="70" dirty="0">
                <a:solidFill>
                  <a:srgbClr val="3371A5"/>
                </a:solidFill>
                <a:latin typeface="Aptos" panose="020B0004020202020204" pitchFamily="34" charset="0"/>
              </a:rPr>
              <a:t>LoRA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570" y="1623022"/>
            <a:ext cx="4476750" cy="4775538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41300" marR="43815" indent="-229235">
              <a:lnSpc>
                <a:spcPct val="81200"/>
              </a:lnSpc>
              <a:spcBef>
                <a:spcPts val="75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95" dirty="0">
                <a:latin typeface="Calibri"/>
                <a:cs typeface="Calibri"/>
              </a:rPr>
              <a:t>Introduces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100" dirty="0">
                <a:latin typeface="Calibri"/>
                <a:cs typeface="Calibri"/>
              </a:rPr>
              <a:t>4-</a:t>
            </a:r>
            <a:r>
              <a:rPr sz="3200" spc="-25" dirty="0">
                <a:latin typeface="Calibri"/>
                <a:cs typeface="Calibri"/>
              </a:rPr>
              <a:t>bit </a:t>
            </a:r>
            <a:r>
              <a:rPr sz="3200" spc="100" dirty="0">
                <a:latin typeface="Calibri"/>
                <a:cs typeface="Calibri"/>
              </a:rPr>
              <a:t>NormalFloat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(nf4)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80" dirty="0">
                <a:latin typeface="Calibri"/>
                <a:cs typeface="Calibri"/>
              </a:rPr>
              <a:t>data </a:t>
            </a:r>
            <a:r>
              <a:rPr sz="3200" dirty="0">
                <a:latin typeface="Calibri"/>
                <a:cs typeface="Calibri"/>
              </a:rPr>
              <a:t>type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90" dirty="0">
                <a:latin typeface="Calibri"/>
                <a:cs typeface="Calibri"/>
              </a:rPr>
              <a:t>4-</a:t>
            </a:r>
            <a:r>
              <a:rPr sz="3200" spc="-25" dirty="0">
                <a:latin typeface="Calibri"/>
                <a:cs typeface="Calibri"/>
              </a:rPr>
              <a:t>bit </a:t>
            </a:r>
            <a:r>
              <a:rPr sz="3200" spc="60" dirty="0">
                <a:latin typeface="Calibri"/>
                <a:cs typeface="Calibri"/>
              </a:rPr>
              <a:t>quantization</a:t>
            </a:r>
            <a:endParaRPr sz="3200" dirty="0">
              <a:latin typeface="Calibri"/>
              <a:cs typeface="Calibri"/>
            </a:endParaRPr>
          </a:p>
          <a:p>
            <a:pPr marL="240029" marR="62865" indent="-227965">
              <a:lnSpc>
                <a:spcPct val="81200"/>
              </a:lnSpc>
              <a:spcBef>
                <a:spcPts val="1075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114" dirty="0">
                <a:latin typeface="Calibri"/>
                <a:cs typeface="Calibri"/>
              </a:rPr>
              <a:t>Supports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95" dirty="0">
                <a:latin typeface="Calibri"/>
                <a:cs typeface="Calibri"/>
              </a:rPr>
              <a:t>double- 	</a:t>
            </a:r>
            <a:r>
              <a:rPr sz="3200" spc="70" dirty="0">
                <a:latin typeface="Calibri"/>
                <a:cs typeface="Calibri"/>
              </a:rPr>
              <a:t>quantization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05" dirty="0">
                <a:latin typeface="Calibri"/>
                <a:cs typeface="Calibri"/>
              </a:rPr>
              <a:t>reduce 	</a:t>
            </a:r>
            <a:r>
              <a:rPr sz="3200" spc="85" dirty="0">
                <a:latin typeface="Calibri"/>
                <a:cs typeface="Calibri"/>
              </a:rPr>
              <a:t>memory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75" dirty="0">
                <a:latin typeface="Calibri"/>
                <a:cs typeface="Calibri"/>
              </a:rPr>
              <a:t>~0.4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95" dirty="0">
                <a:latin typeface="Calibri"/>
                <a:cs typeface="Calibri"/>
              </a:rPr>
              <a:t>bits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40" dirty="0">
                <a:latin typeface="Calibri"/>
                <a:cs typeface="Calibri"/>
              </a:rPr>
              <a:t>per 	</a:t>
            </a:r>
            <a:r>
              <a:rPr sz="3200" spc="55" dirty="0">
                <a:latin typeface="Calibri"/>
                <a:cs typeface="Calibri"/>
              </a:rPr>
              <a:t>parameter</a:t>
            </a:r>
            <a:endParaRPr sz="32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19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140" dirty="0">
                <a:latin typeface="Calibri"/>
                <a:cs typeface="Calibri"/>
              </a:rPr>
              <a:t>LoRA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100" dirty="0">
                <a:latin typeface="Calibri"/>
                <a:cs typeface="Calibri"/>
              </a:rPr>
              <a:t>adapters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70" dirty="0">
                <a:latin typeface="Calibri"/>
                <a:cs typeface="Calibri"/>
              </a:rPr>
              <a:t>at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every </a:t>
            </a:r>
            <a:r>
              <a:rPr sz="3200" spc="60" dirty="0">
                <a:latin typeface="Calibri"/>
                <a:cs typeface="Calibri"/>
              </a:rPr>
              <a:t>layer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100" dirty="0">
                <a:latin typeface="Calibri"/>
                <a:cs typeface="Calibri"/>
              </a:rPr>
              <a:t>-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50" dirty="0">
                <a:latin typeface="Calibri"/>
                <a:cs typeface="Calibri"/>
              </a:rPr>
              <a:t>just </a:t>
            </a:r>
            <a:r>
              <a:rPr sz="3200" dirty="0">
                <a:latin typeface="Calibri"/>
                <a:cs typeface="Calibri"/>
              </a:rPr>
              <a:t>attention</a:t>
            </a:r>
            <a:r>
              <a:rPr sz="3200" spc="325" dirty="0">
                <a:latin typeface="Calibri"/>
                <a:cs typeface="Calibri"/>
              </a:rPr>
              <a:t> </a:t>
            </a:r>
            <a:r>
              <a:rPr sz="3200" spc="80" dirty="0">
                <a:latin typeface="Calibri"/>
                <a:cs typeface="Calibri"/>
              </a:rPr>
              <a:t>layers</a:t>
            </a:r>
            <a:r>
              <a:rPr lang="en-US" sz="3200" spc="8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480" y="1885950"/>
            <a:ext cx="6720440" cy="38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32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9C8F8-9C53-C99C-AA0C-57320741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rgbClr val="3371A5"/>
                </a:solidFill>
                <a:latin typeface="Aptos" panose="020B0004020202020204" pitchFamily="34" charset="0"/>
              </a:rPr>
              <a:t>Distillation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613A5-8A98-5FBD-8251-1869C8AFA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" name="Graphic 1" descr="Line arrow Straight">
            <a:extLst>
              <a:ext uri="{FF2B5EF4-FFF2-40B4-BE49-F238E27FC236}">
                <a16:creationId xmlns:a16="http://schemas.microsoft.com/office/drawing/2014/main" id="{993BFB11-7CBF-FAB3-0F5E-70556F2FF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153652" y="5164141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21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33779-2376-BFF8-2139-7CADD117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28" y="313695"/>
            <a:ext cx="10515600" cy="726435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Model Distillation</a:t>
            </a:r>
            <a:endParaRPr lang="en-IN" sz="3600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23168C-2089-DF7F-BB94-6D225D31F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9028" y="1040130"/>
            <a:ext cx="10515600" cy="4974349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“student model”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learns to mimic the outputs of a larger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“teacher model”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Transfers knowledge from large models to smaller ones — fewer parameters, faster inference.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Often used to compress models for real-time or mobile deployment.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The student model learns from both:</a:t>
            </a:r>
            <a:r>
              <a:rPr kumimoji="0" lang="en-US" altLang="en-US" sz="2600" b="0" i="0" u="none" strike="noStrike" cap="none" normalizeH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Ground truth labels; Teacher’s logits or soft outputs (which carry richer info)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Can preserve accuracy surprisingly well.</a:t>
            </a:r>
          </a:p>
        </p:txBody>
      </p:sp>
    </p:spTree>
    <p:extLst>
      <p:ext uri="{BB962C8B-B14F-4D97-AF65-F5344CB8AC3E}">
        <p14:creationId xmlns:p14="http://schemas.microsoft.com/office/powerpoint/2010/main" val="34572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20C51-CF76-1619-30A8-684E25A3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18255"/>
            <a:ext cx="10515600" cy="930435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Sample List of Distilled Models 2024-26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AAAE-3319-2241-B049-9707D5A93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3492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DeepSeek-R1-Distill-Qwen-1.5B/7B/14B/32B</a:t>
            </a:r>
          </a:p>
          <a:p>
            <a:r>
              <a:rPr lang="en-US" dirty="0"/>
              <a:t>DeepSeek-R1-Distill-Llama-8B/70B</a:t>
            </a:r>
          </a:p>
          <a:p>
            <a:r>
              <a:rPr lang="en-US" dirty="0"/>
              <a:t>Phi-4-mini (3.8B)</a:t>
            </a:r>
          </a:p>
          <a:p>
            <a:r>
              <a:rPr lang="en-US" dirty="0"/>
              <a:t>Phi-3-mini (3.8B)</a:t>
            </a:r>
          </a:p>
          <a:p>
            <a:r>
              <a:rPr lang="en-US" dirty="0"/>
              <a:t>Gemma-2-9B-IT</a:t>
            </a:r>
          </a:p>
          <a:p>
            <a:r>
              <a:rPr lang="en-US" dirty="0"/>
              <a:t>Gemma-2-27B-IT</a:t>
            </a:r>
          </a:p>
          <a:p>
            <a:r>
              <a:rPr lang="en-US" dirty="0"/>
              <a:t>LaMini-LM</a:t>
            </a:r>
          </a:p>
          <a:p>
            <a:r>
              <a:rPr lang="en-US" dirty="0"/>
              <a:t>Zephyr-7B-</a:t>
            </a:r>
            <a:r>
              <a:rPr lang="el-GR" dirty="0"/>
              <a:t>α </a:t>
            </a:r>
            <a:r>
              <a:rPr lang="en-US" dirty="0"/>
              <a:t>and </a:t>
            </a:r>
            <a:r>
              <a:rPr lang="el-GR" dirty="0"/>
              <a:t>β</a:t>
            </a:r>
            <a:endParaRPr lang="en-IN" dirty="0"/>
          </a:p>
          <a:p>
            <a:r>
              <a:rPr lang="en-US" dirty="0"/>
              <a:t>Orca 2 (7B/13B)</a:t>
            </a:r>
          </a:p>
          <a:p>
            <a:r>
              <a:rPr lang="en-US" dirty="0" err="1"/>
              <a:t>DistilBERT</a:t>
            </a:r>
            <a:r>
              <a:rPr lang="en-US" dirty="0"/>
              <a:t> and derivatives (e.g., DistilGPT2)</a:t>
            </a:r>
          </a:p>
          <a:p>
            <a:r>
              <a:rPr lang="en-US" dirty="0"/>
              <a:t>Tiny Aya (3.35B)</a:t>
            </a:r>
          </a:p>
          <a:p>
            <a:r>
              <a:rPr lang="en-US" dirty="0"/>
              <a:t>Marcoroni-70B</a:t>
            </a:r>
          </a:p>
          <a:p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6855663" y="2430726"/>
            <a:ext cx="4406697" cy="1729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•"/>
              <a:tabLst>
                <a:tab pos="625671" algn="l"/>
              </a:tabLst>
            </a:pPr>
            <a:r>
              <a:rPr lang="en-US" sz="2800" b="0" i="0" u="none" strike="noStrike" kern="1200" cap="none" dirty="0">
                <a:solidFill>
                  <a:srgbClr val="00000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30% lesser parameters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•"/>
              <a:tabLst>
                <a:tab pos="625671" algn="l"/>
              </a:tabLst>
            </a:pPr>
            <a:r>
              <a:rPr lang="en-US" sz="2800" b="0" i="0" u="none" strike="noStrike" kern="1200" cap="none" dirty="0">
                <a:solidFill>
                  <a:srgbClr val="00000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50% faster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•"/>
              <a:tabLst>
                <a:tab pos="625671" algn="l"/>
              </a:tabLst>
            </a:pPr>
            <a:r>
              <a:rPr lang="en-US" sz="2800" b="0" i="0" u="none" strike="noStrike" kern="1200" cap="none" dirty="0">
                <a:solidFill>
                  <a:srgbClr val="00000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Retain ~ 95% accuracy</a:t>
            </a:r>
          </a:p>
        </p:txBody>
      </p:sp>
    </p:spTree>
    <p:extLst>
      <p:ext uri="{BB962C8B-B14F-4D97-AF65-F5344CB8AC3E}">
        <p14:creationId xmlns:p14="http://schemas.microsoft.com/office/powerpoint/2010/main" val="1580505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04AECF71-3490-F03D-B25B-C6DB0B6B7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450"/>
            <a:ext cx="9204290" cy="611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0829724-1C20-B290-B5C1-6C295F11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83" y="-270834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Distilled Model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CE2A3-CC1C-A8F8-88F9-18E300107F18}"/>
              </a:ext>
            </a:extLst>
          </p:cNvPr>
          <p:cNvSpPr txBox="1"/>
          <p:nvPr/>
        </p:nvSpPr>
        <p:spPr>
          <a:xfrm>
            <a:off x="9191960" y="2085724"/>
            <a:ext cx="29022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/>
              <a:t>DistilBERT</a:t>
            </a:r>
            <a:r>
              <a:rPr lang="en-IN" sz="2000" b="1" dirty="0"/>
              <a:t> (66M)</a:t>
            </a:r>
            <a:r>
              <a:rPr lang="en-IN" sz="2000" dirty="0"/>
              <a:t> + </a:t>
            </a:r>
            <a:r>
              <a:rPr lang="en-IN" sz="2000" b="1" dirty="0"/>
              <a:t>8-bit quantization</a:t>
            </a:r>
            <a:r>
              <a:rPr lang="en-IN" sz="2000" dirty="0"/>
              <a:t> → ~</a:t>
            </a:r>
            <a:r>
              <a:rPr lang="en-IN" sz="2000" b="1" dirty="0"/>
              <a:t>15MB</a:t>
            </a:r>
            <a:r>
              <a:rPr lang="en-IN" sz="2000" dirty="0"/>
              <a:t> model</a:t>
            </a:r>
            <a:br>
              <a:rPr lang="en-IN" sz="2000" dirty="0"/>
            </a:br>
            <a:r>
              <a:rPr lang="en-IN" sz="2000" dirty="0"/>
              <a:t>Used in </a:t>
            </a:r>
            <a:r>
              <a:rPr lang="en-IN" sz="2000" b="1" dirty="0"/>
              <a:t>mobile NLP apps</a:t>
            </a:r>
            <a:r>
              <a:rPr lang="en-IN" sz="2000" dirty="0"/>
              <a:t> (e.g., </a:t>
            </a:r>
            <a:r>
              <a:rPr lang="en-IN" sz="2000" b="1" dirty="0"/>
              <a:t>Snips Voice Assistant</a:t>
            </a:r>
            <a:r>
              <a:rPr lang="en-IN" sz="2000" dirty="0"/>
              <a:t>) for fast, offline inference with minimal accuracy loss.</a:t>
            </a:r>
          </a:p>
        </p:txBody>
      </p:sp>
    </p:spTree>
    <p:extLst>
      <p:ext uri="{BB962C8B-B14F-4D97-AF65-F5344CB8AC3E}">
        <p14:creationId xmlns:p14="http://schemas.microsoft.com/office/powerpoint/2010/main" val="631942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901CDF-B32C-D4E8-C0A4-77D109B9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959292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3371A5"/>
                </a:solidFill>
                <a:latin typeface="Aptos" panose="020B0004020202020204" pitchFamily="34" charset="0"/>
              </a:rPr>
              <a:t>Decision Matrix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C390C-F03F-C0B6-0FB7-72C8EC19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69031"/>
            <a:ext cx="10515600" cy="1500187"/>
          </a:xfrm>
        </p:spPr>
        <p:txBody>
          <a:bodyPr/>
          <a:lstStyle/>
          <a:p>
            <a:r>
              <a:rPr lang="en-IN" b="1" i="1" dirty="0">
                <a:solidFill>
                  <a:schemeClr val="tx1"/>
                </a:solidFill>
              </a:rPr>
              <a:t>When to use what</a:t>
            </a:r>
          </a:p>
        </p:txBody>
      </p:sp>
    </p:spTree>
    <p:extLst>
      <p:ext uri="{BB962C8B-B14F-4D97-AF65-F5344CB8AC3E}">
        <p14:creationId xmlns:p14="http://schemas.microsoft.com/office/powerpoint/2010/main" val="587628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A995E-50CD-0A5F-5F34-BC09FC6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41" y="18251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Distillation vs Quantization</a:t>
            </a:r>
            <a:endParaRPr lang="en-IN" sz="3600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67DBE-DDE6-A981-827C-0C5595810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148"/>
              </p:ext>
            </p:extLst>
          </p:nvPr>
        </p:nvGraphicFramePr>
        <p:xfrm>
          <a:off x="434340" y="1245870"/>
          <a:ext cx="11384279" cy="4949502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2608227">
                  <a:extLst>
                    <a:ext uri="{9D8B030D-6E8A-4147-A177-3AD203B41FA5}">
                      <a16:colId xmlns:a16="http://schemas.microsoft.com/office/drawing/2014/main" val="2486775068"/>
                    </a:ext>
                  </a:extLst>
                </a:gridCol>
                <a:gridCol w="4381842">
                  <a:extLst>
                    <a:ext uri="{9D8B030D-6E8A-4147-A177-3AD203B41FA5}">
                      <a16:colId xmlns:a16="http://schemas.microsoft.com/office/drawing/2014/main" val="1622840235"/>
                    </a:ext>
                  </a:extLst>
                </a:gridCol>
                <a:gridCol w="4394210">
                  <a:extLst>
                    <a:ext uri="{9D8B030D-6E8A-4147-A177-3AD203B41FA5}">
                      <a16:colId xmlns:a16="http://schemas.microsoft.com/office/drawing/2014/main" val="86978093"/>
                    </a:ext>
                  </a:extLst>
                </a:gridCol>
              </a:tblGrid>
              <a:tr h="515584">
                <a:tc>
                  <a:txBody>
                    <a:bodyPr/>
                    <a:lstStyle/>
                    <a:p>
                      <a:r>
                        <a:rPr lang="en-IN" sz="20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Distillation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Quantization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941997"/>
                  </a:ext>
                </a:extLst>
              </a:tr>
              <a:tr h="779986">
                <a:tc>
                  <a:txBody>
                    <a:bodyPr/>
                    <a:lstStyle/>
                    <a:p>
                      <a:r>
                        <a:rPr lang="en-IN" sz="2000" b="1" cap="none" spc="0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IN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Trains a small model to mimic a large model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Reduces weight precision (e.g., FP32 → INT4)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0014"/>
                  </a:ext>
                </a:extLst>
              </a:tr>
              <a:tr h="779986"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Model Architecture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Student model is separate from teacher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Model architecture remains the same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006956"/>
                  </a:ext>
                </a:extLst>
              </a:tr>
              <a:tr h="779986"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Training Needed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✅ Yes – Student needs to be trained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❌ No (Post-training quantization is common)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026364"/>
                  </a:ext>
                </a:extLst>
              </a:tr>
              <a:tr h="779986"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Accuracy Impact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Moderate loss (can be minimized)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Slight accuracy drop depending on bits used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79358"/>
                  </a:ext>
                </a:extLst>
              </a:tr>
              <a:tr h="779986"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Use Case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Create fast, lightweight inference models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Deploy large models on small hardware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246894"/>
                  </a:ext>
                </a:extLst>
              </a:tr>
              <a:tr h="515584">
                <a:tc>
                  <a:txBody>
                    <a:bodyPr/>
                    <a:lstStyle/>
                    <a:p>
                      <a:r>
                        <a:rPr lang="en-IN" sz="2000" b="1" cap="none" spc="0">
                          <a:solidFill>
                            <a:schemeClr val="tx1"/>
                          </a:solidFill>
                        </a:rPr>
                        <a:t>Combines With</a:t>
                      </a:r>
                      <a:endParaRPr lang="en-IN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cap="none" spc="0">
                          <a:solidFill>
                            <a:schemeClr val="tx1"/>
                          </a:solidFill>
                        </a:rPr>
                        <a:t>PEFT, task-specific tuning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cap="none" spc="0" dirty="0" err="1">
                          <a:solidFill>
                            <a:schemeClr val="tx1"/>
                          </a:solidFill>
                        </a:rPr>
                        <a:t>LoRA</a:t>
                      </a:r>
                      <a:r>
                        <a:rPr lang="en-IN" sz="2000" cap="none" spc="0" dirty="0">
                          <a:solidFill>
                            <a:schemeClr val="tx1"/>
                          </a:solidFill>
                        </a:rPr>
                        <a:t> (→ </a:t>
                      </a:r>
                      <a:r>
                        <a:rPr lang="en-IN" sz="2000" cap="none" spc="0" dirty="0" err="1">
                          <a:solidFill>
                            <a:schemeClr val="tx1"/>
                          </a:solidFill>
                        </a:rPr>
                        <a:t>QLoRA</a:t>
                      </a:r>
                      <a:r>
                        <a:rPr lang="en-IN" sz="2000" cap="none" spc="0" dirty="0">
                          <a:solidFill>
                            <a:schemeClr val="tx1"/>
                          </a:solidFill>
                        </a:rPr>
                        <a:t>), on-device models</a:t>
                      </a:r>
                    </a:p>
                  </a:txBody>
                  <a:tcPr marL="116658" marR="116658" marT="116658" marB="583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62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160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D5879C-FCA5-63B5-B719-18EDF74F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9286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3371A5"/>
                </a:solidFill>
                <a:latin typeface="Aptos" panose="020B0004020202020204" pitchFamily="34" charset="0"/>
              </a:rPr>
              <a:t>Choosing the right model optimization technique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14A6E7-CD5C-6904-5AAB-66B8F18E3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504674"/>
              </p:ext>
            </p:extLst>
          </p:nvPr>
        </p:nvGraphicFramePr>
        <p:xfrm>
          <a:off x="354330" y="1188720"/>
          <a:ext cx="11692860" cy="4738981"/>
        </p:xfrm>
        <a:graphic>
          <a:graphicData uri="http://schemas.openxmlformats.org/drawingml/2006/table">
            <a:tbl>
              <a:tblPr/>
              <a:tblGrid>
                <a:gridCol w="3897620">
                  <a:extLst>
                    <a:ext uri="{9D8B030D-6E8A-4147-A177-3AD203B41FA5}">
                      <a16:colId xmlns:a16="http://schemas.microsoft.com/office/drawing/2014/main" val="1832564356"/>
                    </a:ext>
                  </a:extLst>
                </a:gridCol>
                <a:gridCol w="3897620">
                  <a:extLst>
                    <a:ext uri="{9D8B030D-6E8A-4147-A177-3AD203B41FA5}">
                      <a16:colId xmlns:a16="http://schemas.microsoft.com/office/drawing/2014/main" val="2307844135"/>
                    </a:ext>
                  </a:extLst>
                </a:gridCol>
                <a:gridCol w="3897620">
                  <a:extLst>
                    <a:ext uri="{9D8B030D-6E8A-4147-A177-3AD203B41FA5}">
                      <a16:colId xmlns:a16="http://schemas.microsoft.com/office/drawing/2014/main" val="204834755"/>
                    </a:ext>
                  </a:extLst>
                </a:gridCol>
              </a:tblGrid>
              <a:tr h="394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Scenario / Need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Best Method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Why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480671"/>
                  </a:ext>
                </a:extLst>
              </a:tr>
              <a:tr h="675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Want lowest latency + smallest memory footprint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Quantization (4-bit / 8-bit)</a:t>
                      </a:r>
                      <a:endParaRPr lang="en-IN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Massive RAM reduction, deploy on low-cost GPUs/edge devices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34985"/>
                  </a:ext>
                </a:extLst>
              </a:tr>
              <a:tr h="675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Want small model that behaves like a big model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Distillation</a:t>
                      </a:r>
                      <a:endParaRPr lang="en-IN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Student captures teacher behavior; fast inference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230690"/>
                  </a:ext>
                </a:extLst>
              </a:tr>
              <a:tr h="675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Want to add </a:t>
                      </a:r>
                      <a:r>
                        <a:rPr lang="en-US" sz="1700" i="1" dirty="0"/>
                        <a:t>new behavior</a:t>
                      </a:r>
                      <a:r>
                        <a:rPr lang="en-US" sz="1700" dirty="0"/>
                        <a:t>, style, or output patterns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PEFT / LoRA</a:t>
                      </a:r>
                      <a:endParaRPr lang="en-IN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Efficient weight updates, minimal compute, preserves base LLM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827158"/>
                  </a:ext>
                </a:extLst>
              </a:tr>
              <a:tr h="965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Want to fine-tune </a:t>
                      </a:r>
                      <a:r>
                        <a:rPr lang="en-US" sz="1700" i="1"/>
                        <a:t>quantized model</a:t>
                      </a:r>
                      <a:r>
                        <a:rPr lang="en-US" sz="1700"/>
                        <a:t> on limited GPU (e.g., 24GB)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 err="1"/>
                        <a:t>QLoRA</a:t>
                      </a:r>
                      <a:endParaRPr lang="en-IN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Full finetuning performance on 4-bit model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708490"/>
                  </a:ext>
                </a:extLst>
              </a:tr>
              <a:tr h="675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Need domain-context answers, but not new model behavior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RAG (next module)</a:t>
                      </a:r>
                      <a:endParaRPr lang="en-IN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External knowledge → no model changes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82638"/>
                  </a:ext>
                </a:extLst>
              </a:tr>
              <a:tr h="675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Need full weights updated for highly specialized tasks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Full Finetuning</a:t>
                      </a:r>
                      <a:endParaRPr lang="en-IN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Maximum flexibility, but highest compute/storage cost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063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2F5162-1D96-B397-1A6B-8FA51B08961A}"/>
              </a:ext>
            </a:extLst>
          </p:cNvPr>
          <p:cNvSpPr txBox="1"/>
          <p:nvPr/>
        </p:nvSpPr>
        <p:spPr>
          <a:xfrm>
            <a:off x="898398" y="6242270"/>
            <a:ext cx="10212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Aptos" panose="020B0004020202020204" pitchFamily="34" charset="0"/>
              </a:rPr>
              <a:t>Most enterprise tasks can be solved with Quantization + </a:t>
            </a:r>
            <a:r>
              <a:rPr lang="en-US" sz="1600" b="1" i="1" dirty="0" err="1">
                <a:latin typeface="Aptos" panose="020B0004020202020204" pitchFamily="34" charset="0"/>
              </a:rPr>
              <a:t>LoRA</a:t>
            </a:r>
            <a:r>
              <a:rPr lang="en-US" sz="1600" b="1" i="1" dirty="0">
                <a:latin typeface="Aptos" panose="020B0004020202020204" pitchFamily="34" charset="0"/>
              </a:rPr>
              <a:t> / </a:t>
            </a:r>
            <a:r>
              <a:rPr lang="en-US" sz="1600" b="1" i="1" dirty="0" err="1">
                <a:latin typeface="Aptos" panose="020B0004020202020204" pitchFamily="34" charset="0"/>
              </a:rPr>
              <a:t>QLoRA</a:t>
            </a:r>
            <a:r>
              <a:rPr lang="en-US" sz="1600" b="1" i="1" dirty="0">
                <a:latin typeface="Aptos" panose="020B0004020202020204" pitchFamily="34" charset="0"/>
              </a:rPr>
              <a:t>. Full finetuning is rarely needed today</a:t>
            </a:r>
            <a:endParaRPr lang="en-IN" sz="1600" b="1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35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2C4B-31A6-A9AC-3205-B93D4510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371A5"/>
                </a:solidFill>
                <a:latin typeface="Aptos" panose="020B0004020202020204" pitchFamily="34" charset="0"/>
              </a:rPr>
              <a:t>Practical Decision Flow for Enterprises</a:t>
            </a:r>
            <a:endParaRPr lang="en-IN" sz="3600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F107E734-917C-5530-4618-7379E36C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058"/>
            <a:ext cx="12192000" cy="517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8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5FA952E-0CBF-1B35-7081-1CE9E697FD3E}"/>
              </a:ext>
            </a:extLst>
          </p:cNvPr>
          <p:cNvSpPr/>
          <p:nvPr/>
        </p:nvSpPr>
        <p:spPr>
          <a:xfrm>
            <a:off x="698104" y="1208683"/>
            <a:ext cx="10795793" cy="154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125"/>
              </a:lnSpc>
            </a:pPr>
            <a:r>
              <a:rPr lang="en-US" sz="3667" b="1" dirty="0">
                <a:solidFill>
                  <a:srgbClr val="3371A5"/>
                </a:solidFill>
                <a:latin typeface="Aptos" panose="020B0004020202020204" pitchFamily="34" charset="0"/>
                <a:ea typeface="Source Serif 4 Semi Bold" pitchFamily="34" charset="-122"/>
                <a:cs typeface="Source Serif 4 Semi Bold" pitchFamily="34" charset="-120"/>
              </a:rPr>
              <a:t>Thank You</a:t>
            </a:r>
            <a:endParaRPr lang="en-US" sz="3667" b="1" dirty="0">
              <a:solidFill>
                <a:srgbClr val="3371A5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FFC65EC-6FB1-E16A-C6CF-371A5E0AF00B}"/>
              </a:ext>
            </a:extLst>
          </p:cNvPr>
          <p:cNvSpPr/>
          <p:nvPr/>
        </p:nvSpPr>
        <p:spPr>
          <a:xfrm>
            <a:off x="698104" y="3010495"/>
            <a:ext cx="10795793" cy="349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8"/>
              </a:lnSpc>
            </a:pPr>
            <a:r>
              <a:rPr lang="en-US" sz="1708" dirty="0">
                <a:solidFill>
                  <a:srgbClr val="272525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We appreciate your time and look forward to your feedback on the session.</a:t>
            </a:r>
            <a:endParaRPr lang="en-US" sz="1708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1CEE0C2-7123-CE89-40D7-7A5C9397DAB6}"/>
              </a:ext>
            </a:extLst>
          </p:cNvPr>
          <p:cNvSpPr/>
          <p:nvPr/>
        </p:nvSpPr>
        <p:spPr>
          <a:xfrm>
            <a:off x="698104" y="3555901"/>
            <a:ext cx="1079579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endParaRPr lang="en-US" sz="1333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06CE62-0BE4-A4E8-1ED0-F6BAECDDB932}"/>
              </a:ext>
            </a:extLst>
          </p:cNvPr>
          <p:cNvSpPr/>
          <p:nvPr/>
        </p:nvSpPr>
        <p:spPr>
          <a:xfrm>
            <a:off x="698103" y="4376044"/>
            <a:ext cx="205343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583" b="1" dirty="0">
              <a:latin typeface="Aptos" panose="020B00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E785DAF-10C4-8E23-8366-AE75AB96B43F}"/>
              </a:ext>
            </a:extLst>
          </p:cNvPr>
          <p:cNvSpPr/>
          <p:nvPr/>
        </p:nvSpPr>
        <p:spPr>
          <a:xfrm>
            <a:off x="698104" y="4894461"/>
            <a:ext cx="1079579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endParaRPr lang="en-US" sz="1333" dirty="0">
              <a:latin typeface="Aptos" panose="020B00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DF2E0B6-D26A-B06E-BDC9-B0F21A5B794D}"/>
              </a:ext>
            </a:extLst>
          </p:cNvPr>
          <p:cNvSpPr/>
          <p:nvPr/>
        </p:nvSpPr>
        <p:spPr>
          <a:xfrm>
            <a:off x="698104" y="5370017"/>
            <a:ext cx="1079579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endParaRPr lang="en-US" sz="1333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2E06D-3706-D238-AD17-9018152C5588}"/>
              </a:ext>
            </a:extLst>
          </p:cNvPr>
          <p:cNvSpPr txBox="1"/>
          <p:nvPr/>
        </p:nvSpPr>
        <p:spPr>
          <a:xfrm>
            <a:off x="598713" y="4900438"/>
            <a:ext cx="9638762" cy="692626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pPr defTabSz="571463">
              <a:lnSpc>
                <a:spcPct val="150000"/>
              </a:lnSpc>
              <a:spcBef>
                <a:spcPts val="833"/>
              </a:spcBef>
              <a:defRPr/>
            </a:pPr>
            <a:r>
              <a:rPr lang="en-US" sz="1667" b="1" dirty="0">
                <a:solidFill>
                  <a:sysClr val="windowText" lastClr="000000"/>
                </a:solidFill>
                <a:latin typeface="Aptos" panose="02110004020202020204"/>
              </a:rPr>
              <a:t>Contact us: </a:t>
            </a:r>
            <a:r>
              <a:rPr lang="en-US" sz="1667" dirty="0" err="1">
                <a:solidFill>
                  <a:sysClr val="windowText" lastClr="000000"/>
                </a:solidFill>
                <a:latin typeface="Aptos" panose="02110004020202020204"/>
              </a:rPr>
              <a:t>TekFrameworks</a:t>
            </a:r>
            <a:r>
              <a:rPr lang="en-US" sz="1667" dirty="0">
                <a:solidFill>
                  <a:sysClr val="windowText" lastClr="000000"/>
                </a:solidFill>
                <a:latin typeface="Aptos" panose="02110004020202020204"/>
              </a:rPr>
              <a:t> Consulting | info@tekFrameworks.com | </a:t>
            </a:r>
            <a:r>
              <a:rPr lang="en-US" sz="1667" dirty="0">
                <a:solidFill>
                  <a:sysClr val="windowText" lastClr="000000"/>
                </a:solidFill>
                <a:latin typeface="Aptos" panose="021100040202020202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www.tekFrameworks.com</a:t>
            </a:r>
            <a:endParaRPr lang="en-US" sz="1667" dirty="0">
              <a:solidFill>
                <a:sysClr val="windowText" lastClr="000000"/>
              </a:solidFill>
              <a:latin typeface="Aptos" panose="02110004020202020204"/>
            </a:endParaRPr>
          </a:p>
          <a:p>
            <a:endParaRPr lang="en-IN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20968-CEB0-7BBC-F240-F30F897D0EED}"/>
              </a:ext>
            </a:extLst>
          </p:cNvPr>
          <p:cNvSpPr txBox="1"/>
          <p:nvPr/>
        </p:nvSpPr>
        <p:spPr>
          <a:xfrm>
            <a:off x="615279" y="5389549"/>
            <a:ext cx="10978008" cy="63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67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Confidentiality Notice:</a:t>
            </a:r>
            <a:r>
              <a:rPr lang="en-US" sz="1167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This proposal is proprietary to </a:t>
            </a:r>
            <a:r>
              <a:rPr lang="en-US" sz="1167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TekFrameworks</a:t>
            </a:r>
            <a:r>
              <a:rPr lang="en-US" sz="1167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Consulting Pvt. Ltd.</a:t>
            </a:r>
            <a:r>
              <a:rPr lang="en-US" sz="1167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and is intended solely for the Client’s evaluation. It may not be shared with third parties. The contents are non-binding; any engagement will be governed by a separate written agreement. </a:t>
            </a:r>
            <a:r>
              <a:rPr lang="en-US" sz="1167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Client Use Only | </a:t>
            </a:r>
            <a:r>
              <a:rPr lang="en-US" sz="1167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TekFrameworks</a:t>
            </a:r>
            <a:r>
              <a:rPr lang="en-US" sz="1167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Consulting Pvt. Ltd.| </a:t>
            </a:r>
            <a:r>
              <a:rPr lang="en-US" sz="1167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Arimo" pitchFamily="34" charset="-122"/>
                <a:cs typeface="Arimo" pitchFamily="34" charset="-120"/>
              </a:rPr>
              <a:t>© 2025 </a:t>
            </a:r>
            <a:r>
              <a:rPr lang="en-US" sz="116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Arimo" pitchFamily="34" charset="-122"/>
                <a:cs typeface="Arimo" pitchFamily="34" charset="-120"/>
              </a:rPr>
              <a:t>TekFrameworks</a:t>
            </a:r>
            <a:endParaRPr lang="en-US" sz="1167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740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201F187EA96D45A77F35A83ED9C810" ma:contentTypeVersion="11" ma:contentTypeDescription="Create a new document." ma:contentTypeScope="" ma:versionID="eb7c4225b1d7acbf8013dd2961a7125c">
  <xsd:schema xmlns:xsd="http://www.w3.org/2001/XMLSchema" xmlns:xs="http://www.w3.org/2001/XMLSchema" xmlns:p="http://schemas.microsoft.com/office/2006/metadata/properties" xmlns:ns2="d72bb015-d30e-438f-bebd-9dcff434cd81" targetNamespace="http://schemas.microsoft.com/office/2006/metadata/properties" ma:root="true" ma:fieldsID="ed557a2eaf168b3c0eb41ea14ab70a57" ns2:_="">
    <xsd:import namespace="d72bb015-d30e-438f-bebd-9dcff434cd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bb015-d30e-438f-bebd-9dcff434cd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5e9b2b4-0c22-4bb6-a936-3d840cce8f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2bb015-d30e-438f-bebd-9dcff434cd8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7FAF14-8CAC-48FB-A2EF-DE6B083A8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2bb015-d30e-438f-bebd-9dcff434cd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AD82C5-375D-4277-ACDE-F9EEC7F226A4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d72bb015-d30e-438f-bebd-9dcff434cd81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32A29B4-A177-4BC8-813D-BA4A99FA08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</TotalTime>
  <Words>1919</Words>
  <Application>Microsoft Office PowerPoint</Application>
  <PresentationFormat>Widescreen</PresentationFormat>
  <Paragraphs>287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Arial</vt:lpstr>
      <vt:lpstr>Calibri</vt:lpstr>
      <vt:lpstr>Calibri Light</vt:lpstr>
      <vt:lpstr>Courier New</vt:lpstr>
      <vt:lpstr>Georgia</vt:lpstr>
      <vt:lpstr>Google Sans</vt:lpstr>
      <vt:lpstr>Roboto</vt:lpstr>
      <vt:lpstr>Times New Roman</vt:lpstr>
      <vt:lpstr>Wingdings</vt:lpstr>
      <vt:lpstr>Office Theme</vt:lpstr>
      <vt:lpstr>Making LLMs more Specialized &amp; Practical  Fine Tuning, Pruning, Quantizing, Distilling</vt:lpstr>
      <vt:lpstr>Yesterday ...</vt:lpstr>
      <vt:lpstr>Today…</vt:lpstr>
      <vt:lpstr>Fine-Tuning &amp; PEFT</vt:lpstr>
      <vt:lpstr>What Is The Need For Finetuning?</vt:lpstr>
      <vt:lpstr>Why Fine-tune An LLM?</vt:lpstr>
      <vt:lpstr>LLM finetuning (high-level)</vt:lpstr>
      <vt:lpstr>LLM Finetuning (contd.)</vt:lpstr>
      <vt:lpstr>Using Prompts To Fine-tune LLMs</vt:lpstr>
      <vt:lpstr>Using prompts to fine-tune LLMs</vt:lpstr>
      <vt:lpstr>Effect Of Tuning On A Single Task</vt:lpstr>
      <vt:lpstr>Multi-task finetuning of LLM</vt:lpstr>
      <vt:lpstr>PEFT</vt:lpstr>
      <vt:lpstr>Full fine-tuning of large LLMs is challenging</vt:lpstr>
      <vt:lpstr>Parameter Efficient Fine-tuning (PEFT)</vt:lpstr>
      <vt:lpstr>Finetuning creates a full copy of the LLM</vt:lpstr>
      <vt:lpstr>PEFT finetuning saves cost and storage</vt:lpstr>
      <vt:lpstr>PEFT Methods</vt:lpstr>
      <vt:lpstr>Transformers Recap</vt:lpstr>
      <vt:lpstr>Transformers Recap</vt:lpstr>
      <vt:lpstr>LoRA: Low Rank Adaption of LLMs</vt:lpstr>
      <vt:lpstr>LoRA: Low Rank Adaption of LLMs</vt:lpstr>
      <vt:lpstr>LoRA: Low Rank Adaption of LLMs</vt:lpstr>
      <vt:lpstr>LoRA: Low Rank Adaption of LLMs</vt:lpstr>
      <vt:lpstr>Lora: Parameter Reduction Example</vt:lpstr>
      <vt:lpstr>Sample Fine-Tuned (Open Sourced) Models</vt:lpstr>
      <vt:lpstr>Neural Scaling</vt:lpstr>
      <vt:lpstr>Neural Scaling Laws</vt:lpstr>
      <vt:lpstr>Pruning LLMs</vt:lpstr>
      <vt:lpstr>Quantization</vt:lpstr>
      <vt:lpstr>Model Size Reduction</vt:lpstr>
      <vt:lpstr>Smaller LLMs: Quantization</vt:lpstr>
      <vt:lpstr>Quantization</vt:lpstr>
      <vt:lpstr>Model size vs Quantization</vt:lpstr>
      <vt:lpstr>Is Quantization a no-brainer, then?</vt:lpstr>
      <vt:lpstr>QLoRA = Quantized Model + LoRA Adapters</vt:lpstr>
      <vt:lpstr>QLoRA: Quantized LoRA</vt:lpstr>
      <vt:lpstr>Distillation</vt:lpstr>
      <vt:lpstr>Model Distillation</vt:lpstr>
      <vt:lpstr>Sample List of Distilled Models 2024-26</vt:lpstr>
      <vt:lpstr>Distilled Model Performance</vt:lpstr>
      <vt:lpstr>Decision Matrix</vt:lpstr>
      <vt:lpstr>Distillation vs Quantization</vt:lpstr>
      <vt:lpstr>Choosing the right model optimization technique</vt:lpstr>
      <vt:lpstr>Practical Decision Flow for Enterprises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Murthy Kolluru</dc:creator>
  <cp:lastModifiedBy>Dr. Sreerama KV Murthy</cp:lastModifiedBy>
  <cp:revision>7</cp:revision>
  <dcterms:created xsi:type="dcterms:W3CDTF">2025-04-01T05:21:39Z</dcterms:created>
  <dcterms:modified xsi:type="dcterms:W3CDTF">2026-04-22T02:50:06Z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0x010100D6201F187EA96D45A77F35A83ED9C810</vt:lpwstr>
  </property>
  <property fmtid="{D5CDD505-2E9C-101B-9397-08002B2CF9AE}" pid="3" name="MediaServiceImageTags">
    <vt:lpwstr/>
  </property>
</Properties>
</file>